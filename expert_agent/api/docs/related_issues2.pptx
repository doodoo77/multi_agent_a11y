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autoCompressPictures="0">
  <p:sldMasterIdLst>
    <p:sldMasterId id="2147483700" r:id="rId1"/>
  </p:sldMasterIdLst>
  <p:notesMasterIdLst>
    <p:notesMasterId r:id="rId36"/>
  </p:notesMasterIdLst>
  <p:handoutMasterIdLst>
    <p:handoutMasterId r:id="rId37"/>
  </p:handoutMasterIdLst>
  <p:sldIdLst>
    <p:sldId id="259" r:id="rId2"/>
    <p:sldId id="344" r:id="rId3"/>
    <p:sldId id="262" r:id="rId4"/>
    <p:sldId id="362" r:id="rId5"/>
    <p:sldId id="1043" r:id="rId6"/>
    <p:sldId id="1044" r:id="rId7"/>
    <p:sldId id="479" r:id="rId8"/>
    <p:sldId id="365" r:id="rId9"/>
    <p:sldId id="1047" r:id="rId10"/>
    <p:sldId id="1077" r:id="rId11"/>
    <p:sldId id="1076" r:id="rId12"/>
    <p:sldId id="1071" r:id="rId13"/>
    <p:sldId id="1072" r:id="rId14"/>
    <p:sldId id="1073" r:id="rId15"/>
    <p:sldId id="1051" r:id="rId16"/>
    <p:sldId id="1052" r:id="rId17"/>
    <p:sldId id="1053" r:id="rId18"/>
    <p:sldId id="1066" r:id="rId19"/>
    <p:sldId id="1067" r:id="rId20"/>
    <p:sldId id="1068" r:id="rId21"/>
    <p:sldId id="1064" r:id="rId22"/>
    <p:sldId id="1054" r:id="rId23"/>
    <p:sldId id="1069" r:id="rId24"/>
    <p:sldId id="1055" r:id="rId25"/>
    <p:sldId id="1070" r:id="rId26"/>
    <p:sldId id="1057" r:id="rId27"/>
    <p:sldId id="1059" r:id="rId28"/>
    <p:sldId id="1075" r:id="rId29"/>
    <p:sldId id="1060" r:id="rId30"/>
    <p:sldId id="1063" r:id="rId31"/>
    <p:sldId id="1061" r:id="rId32"/>
    <p:sldId id="1065" r:id="rId33"/>
    <p:sldId id="1062" r:id="rId34"/>
    <p:sldId id="488" r:id="rId35"/>
  </p:sldIdLst>
  <p:sldSz cx="9906000" cy="6858000" type="A4"/>
  <p:notesSz cx="6807200" cy="99393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072217F3-4C96-475D-9D19-F9D7188355C9}">
          <p14:sldIdLst>
            <p14:sldId id="259"/>
            <p14:sldId id="344"/>
          </p14:sldIdLst>
        </p14:section>
        <p14:section name="개요" id="{A3B9DA6D-75BD-4B17-A0FC-59DED6E9F45A}">
          <p14:sldIdLst>
            <p14:sldId id="262"/>
            <p14:sldId id="362"/>
            <p14:sldId id="1043"/>
            <p14:sldId id="1044"/>
            <p14:sldId id="479"/>
          </p14:sldIdLst>
        </p14:section>
        <p14:section name="진단 결과 요약" id="{85BA93E5-6E72-4177-A141-A61FBB8E3DB2}">
          <p14:sldIdLst>
            <p14:sldId id="365"/>
          </p14:sldIdLst>
        </p14:section>
        <p14:section name="공통" id="{ACBAF002-883C-44D8-83AA-0B33BECDA6F0}">
          <p14:sldIdLst>
            <p14:sldId id="1047"/>
            <p14:sldId id="1077"/>
            <p14:sldId id="1076"/>
            <p14:sldId id="1071"/>
            <p14:sldId id="1072"/>
            <p14:sldId id="1073"/>
          </p14:sldIdLst>
        </p14:section>
        <p14:section name="메인" id="{02AD04C4-2287-44BF-8F34-1C6AA5F17718}">
          <p14:sldIdLst>
            <p14:sldId id="1051"/>
            <p14:sldId id="1052"/>
            <p14:sldId id="1053"/>
            <p14:sldId id="1066"/>
            <p14:sldId id="1067"/>
            <p14:sldId id="1068"/>
            <p14:sldId id="1064"/>
            <p14:sldId id="1054"/>
            <p14:sldId id="1069"/>
            <p14:sldId id="1055"/>
            <p14:sldId id="1070"/>
            <p14:sldId id="1057"/>
            <p14:sldId id="1059"/>
            <p14:sldId id="1075"/>
            <p14:sldId id="1060"/>
            <p14:sldId id="1063"/>
            <p14:sldId id="1061"/>
            <p14:sldId id="1065"/>
            <p14:sldId id="1062"/>
          </p14:sldIdLst>
        </p14:section>
        <p14:section name="끝 표지" id="{DF382B51-B52E-4800-AABB-5C5B2BC0BDB9}">
          <p14:sldIdLst>
            <p14:sldId id="488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EF71903-BEFA-F4C4-7053-CD2E840E46DF}" name="김명호" initials="김" userId="김명호" providerId="None"/>
  <p188:author id="{6496E80B-4ADD-6CD0-6DDA-6667798D8145}" name="유예나" initials="예유" userId="S::ynsnc@snclabcorp.onmicrosoft.com::56804d69-2be5-4f9a-85f3-71ac819806f9" providerId="AD"/>
  <p188:author id="{2FD57D48-4098-80A9-8E46-617B0BCEC2EB}" name="김명호" initials="명김" userId="S::kmh@snclabcorp.onmicrosoft.com::e0d603aa-548e-418b-a070-918475337925" providerId="AD"/>
  <p188:author id="{5B22A8F8-370E-605D-883D-0E92BC55AD18}" name="정지윤" initials="정" userId="S::jeongzy@snclabcorp.onmicrosoft.com::02c42eeb-3573-4fe0-87af-c4a597b73e9f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im Giyeon" initials="KG" lastIdx="16" clrIdx="0">
    <p:extLst>
      <p:ext uri="{19B8F6BF-5375-455C-9EA6-DF929625EA0E}">
        <p15:presenceInfo xmlns:p15="http://schemas.microsoft.com/office/powerpoint/2012/main" userId="eae28d0ded6e689f" providerId="Windows Live"/>
      </p:ext>
    </p:extLst>
  </p:cmAuthor>
  <p:cmAuthor id="2" name="신봄" initials="신" lastIdx="1" clrIdx="1">
    <p:extLst>
      <p:ext uri="{19B8F6BF-5375-455C-9EA6-DF929625EA0E}">
        <p15:presenceInfo xmlns:p15="http://schemas.microsoft.com/office/powerpoint/2012/main" userId="S::shinbom@snclabcorp.onmicrosoft.com::e4d50489-b8a5-4737-bfbb-f3618e9113aa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BFBF"/>
    <a:srgbClr val="918BAC"/>
    <a:srgbClr val="B0ACBB"/>
    <a:srgbClr val="5E558C"/>
    <a:srgbClr val="2AA1BB"/>
    <a:srgbClr val="0EA49F"/>
    <a:srgbClr val="22A8E1"/>
    <a:srgbClr val="FC9800"/>
    <a:srgbClr val="259ACB"/>
    <a:srgbClr val="2FA7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944AC53-3D5D-4208-BA25-8B84A9FEDD2A}" v="10" dt="2025-05-07T00:06:21.51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6279" autoAdjust="0"/>
  </p:normalViewPr>
  <p:slideViewPr>
    <p:cSldViewPr snapToGrid="0" showGuides="1">
      <p:cViewPr varScale="1">
        <p:scale>
          <a:sx n="108" d="100"/>
          <a:sy n="108" d="100"/>
        </p:scale>
        <p:origin x="67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>
        <p:scale>
          <a:sx n="66" d="100"/>
          <a:sy n="66" d="100"/>
        </p:scale>
        <p:origin x="4038" y="49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viewProps" Target="viewProps.xml"/><Relationship Id="rId45" Type="http://schemas.microsoft.com/office/2018/10/relationships/authors" Target="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commentAuthors" Target="commentAuthors.xml"/><Relationship Id="rId20" Type="http://schemas.openxmlformats.org/officeDocument/2006/relationships/slide" Target="slides/slide19.xml"/><Relationship Id="rId41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김명호" userId="e0d603aa-548e-418b-a070-918475337925" providerId="ADAL" clId="{1DDA12F7-FD37-4684-9BE7-1491D14717BD}"/>
    <pc:docChg chg="undo custSel delSld modSld modMainMaster modSection">
      <pc:chgData name="김명호" userId="e0d603aa-548e-418b-a070-918475337925" providerId="ADAL" clId="{1DDA12F7-FD37-4684-9BE7-1491D14717BD}" dt="2024-02-01T09:05:58.940" v="320"/>
      <pc:docMkLst>
        <pc:docMk/>
      </pc:docMkLst>
      <pc:sldChg chg="modSp mod">
        <pc:chgData name="김명호" userId="e0d603aa-548e-418b-a070-918475337925" providerId="ADAL" clId="{1DDA12F7-FD37-4684-9BE7-1491D14717BD}" dt="2024-02-01T09:05:41.523" v="315" actId="20577"/>
        <pc:sldMkLst>
          <pc:docMk/>
          <pc:sldMk cId="663090028" sldId="259"/>
        </pc:sldMkLst>
      </pc:sldChg>
      <pc:sldChg chg="modSp mod">
        <pc:chgData name="김명호" userId="e0d603aa-548e-418b-a070-918475337925" providerId="ADAL" clId="{1DDA12F7-FD37-4684-9BE7-1491D14717BD}" dt="2024-02-01T05:11:47.832" v="53"/>
        <pc:sldMkLst>
          <pc:docMk/>
          <pc:sldMk cId="936676672" sldId="344"/>
        </pc:sldMkLst>
      </pc:sldChg>
      <pc:sldChg chg="modSp mod">
        <pc:chgData name="김명호" userId="e0d603aa-548e-418b-a070-918475337925" providerId="ADAL" clId="{1DDA12F7-FD37-4684-9BE7-1491D14717BD}" dt="2024-02-01T08:49:13.345" v="211"/>
        <pc:sldMkLst>
          <pc:docMk/>
          <pc:sldMk cId="1687266130" sldId="362"/>
        </pc:sldMkLst>
      </pc:sldChg>
      <pc:sldChg chg="modSp mod">
        <pc:chgData name="김명호" userId="e0d603aa-548e-418b-a070-918475337925" providerId="ADAL" clId="{1DDA12F7-FD37-4684-9BE7-1491D14717BD}" dt="2024-02-01T05:13:54.003" v="102"/>
        <pc:sldMkLst>
          <pc:docMk/>
          <pc:sldMk cId="3846560406" sldId="365"/>
        </pc:sldMkLst>
      </pc:sldChg>
      <pc:sldChg chg="modSp addCm delCm">
        <pc:chgData name="김명호" userId="e0d603aa-548e-418b-a070-918475337925" providerId="ADAL" clId="{1DDA12F7-FD37-4684-9BE7-1491D14717BD}" dt="2024-02-01T05:56:16.348" v="114"/>
        <pc:sldMkLst>
          <pc:docMk/>
          <pc:sldMk cId="1083306933" sldId="384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 del">
              <pc226:chgData name="김명호" userId="e0d603aa-548e-418b-a070-918475337925" providerId="ADAL" clId="{1DDA12F7-FD37-4684-9BE7-1491D14717BD}" dt="2024-02-01T05:56:16.348" v="114"/>
              <pc2:cmMkLst xmlns:pc2="http://schemas.microsoft.com/office/powerpoint/2019/9/main/command">
                <pc:docMk/>
                <pc:sldMk cId="1083306933" sldId="384"/>
                <pc2:cmMk id="{EE1291ED-86B6-4827-B1DB-255A10EDDCAB}"/>
              </pc2:cmMkLst>
            </pc226:cmChg>
          </p:ext>
        </pc:extLst>
      </pc:sldChg>
      <pc:sldChg chg="modSp del mod modShow addCm">
        <pc:chgData name="김명호" userId="e0d603aa-548e-418b-a070-918475337925" providerId="ADAL" clId="{1DDA12F7-FD37-4684-9BE7-1491D14717BD}" dt="2024-02-01T08:49:38.840" v="217" actId="47"/>
        <pc:sldMkLst>
          <pc:docMk/>
          <pc:sldMk cId="868631963" sldId="515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김명호" userId="e0d603aa-548e-418b-a070-918475337925" providerId="ADAL" clId="{1DDA12F7-FD37-4684-9BE7-1491D14717BD}" dt="2024-02-01T05:56:52.402" v="115"/>
              <pc2:cmMkLst xmlns:pc2="http://schemas.microsoft.com/office/powerpoint/2019/9/main/command">
                <pc:docMk/>
                <pc:sldMk cId="868631963" sldId="515"/>
                <pc2:cmMk id="{797362F4-D0EC-467D-9EE2-66D07ACFA4B7}"/>
              </pc2:cmMkLst>
            </pc226:cmChg>
          </p:ext>
        </pc:extLst>
      </pc:sldChg>
      <pc:sldChg chg="modSp del mod modShow addCm">
        <pc:chgData name="김명호" userId="e0d603aa-548e-418b-a070-918475337925" providerId="ADAL" clId="{1DDA12F7-FD37-4684-9BE7-1491D14717BD}" dt="2024-02-01T08:49:39.451" v="218" actId="47"/>
        <pc:sldMkLst>
          <pc:docMk/>
          <pc:sldMk cId="4188210936" sldId="516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김명호" userId="e0d603aa-548e-418b-a070-918475337925" providerId="ADAL" clId="{1DDA12F7-FD37-4684-9BE7-1491D14717BD}" dt="2024-02-01T05:57:12.038" v="118"/>
              <pc2:cmMkLst xmlns:pc2="http://schemas.microsoft.com/office/powerpoint/2019/9/main/command">
                <pc:docMk/>
                <pc:sldMk cId="4188210936" sldId="516"/>
                <pc2:cmMk id="{A6E54428-0FC3-4C72-B868-0851DF2B5AEE}"/>
              </pc2:cmMkLst>
            </pc226:cmChg>
          </p:ext>
        </pc:extLst>
      </pc:sldChg>
      <pc:sldChg chg="modSp">
        <pc:chgData name="김명호" userId="e0d603aa-548e-418b-a070-918475337925" providerId="ADAL" clId="{1DDA12F7-FD37-4684-9BE7-1491D14717BD}" dt="2024-02-01T05:14:16.930" v="103"/>
        <pc:sldMkLst>
          <pc:docMk/>
          <pc:sldMk cId="3483092939" sldId="522"/>
        </pc:sldMkLst>
      </pc:sldChg>
      <pc:sldChg chg="modSp del mod modShow">
        <pc:chgData name="김명호" userId="e0d603aa-548e-418b-a070-918475337925" providerId="ADAL" clId="{1DDA12F7-FD37-4684-9BE7-1491D14717BD}" dt="2024-02-01T08:49:50.019" v="225" actId="47"/>
        <pc:sldMkLst>
          <pc:docMk/>
          <pc:sldMk cId="463336508" sldId="537"/>
        </pc:sldMkLst>
      </pc:sldChg>
      <pc:sldChg chg="modSp">
        <pc:chgData name="김명호" userId="e0d603aa-548e-418b-a070-918475337925" providerId="ADAL" clId="{1DDA12F7-FD37-4684-9BE7-1491D14717BD}" dt="2024-02-01T05:14:16.930" v="103"/>
        <pc:sldMkLst>
          <pc:docMk/>
          <pc:sldMk cId="687805085" sldId="540"/>
        </pc:sldMkLst>
      </pc:sldChg>
      <pc:sldChg chg="modSp">
        <pc:chgData name="김명호" userId="e0d603aa-548e-418b-a070-918475337925" providerId="ADAL" clId="{1DDA12F7-FD37-4684-9BE7-1491D14717BD}" dt="2024-02-01T05:14:16.930" v="103"/>
        <pc:sldMkLst>
          <pc:docMk/>
          <pc:sldMk cId="1980706912" sldId="564"/>
        </pc:sldMkLst>
      </pc:sldChg>
      <pc:sldChg chg="modSp">
        <pc:chgData name="김명호" userId="e0d603aa-548e-418b-a070-918475337925" providerId="ADAL" clId="{1DDA12F7-FD37-4684-9BE7-1491D14717BD}" dt="2024-02-01T05:14:16.930" v="103"/>
        <pc:sldMkLst>
          <pc:docMk/>
          <pc:sldMk cId="3602776546" sldId="571"/>
        </pc:sldMkLst>
      </pc:sldChg>
      <pc:sldChg chg="modSp">
        <pc:chgData name="김명호" userId="e0d603aa-548e-418b-a070-918475337925" providerId="ADAL" clId="{1DDA12F7-FD37-4684-9BE7-1491D14717BD}" dt="2024-02-01T05:14:16.930" v="103"/>
        <pc:sldMkLst>
          <pc:docMk/>
          <pc:sldMk cId="385961683" sldId="573"/>
        </pc:sldMkLst>
      </pc:sldChg>
      <pc:sldChg chg="modSp">
        <pc:chgData name="김명호" userId="e0d603aa-548e-418b-a070-918475337925" providerId="ADAL" clId="{1DDA12F7-FD37-4684-9BE7-1491D14717BD}" dt="2024-02-01T05:14:16.930" v="103"/>
        <pc:sldMkLst>
          <pc:docMk/>
          <pc:sldMk cId="3495016331" sldId="575"/>
        </pc:sldMkLst>
      </pc:sldChg>
      <pc:sldChg chg="modSp">
        <pc:chgData name="김명호" userId="e0d603aa-548e-418b-a070-918475337925" providerId="ADAL" clId="{1DDA12F7-FD37-4684-9BE7-1491D14717BD}" dt="2024-02-01T05:14:16.930" v="103"/>
        <pc:sldMkLst>
          <pc:docMk/>
          <pc:sldMk cId="4238778860" sldId="590"/>
        </pc:sldMkLst>
      </pc:sldChg>
      <pc:sldChg chg="modSp">
        <pc:chgData name="김명호" userId="e0d603aa-548e-418b-a070-918475337925" providerId="ADAL" clId="{1DDA12F7-FD37-4684-9BE7-1491D14717BD}" dt="2024-02-01T05:14:16.930" v="103"/>
        <pc:sldMkLst>
          <pc:docMk/>
          <pc:sldMk cId="1071020693" sldId="591"/>
        </pc:sldMkLst>
      </pc:sldChg>
      <pc:sldChg chg="modSp del mod modShow">
        <pc:chgData name="김명호" userId="e0d603aa-548e-418b-a070-918475337925" providerId="ADAL" clId="{1DDA12F7-FD37-4684-9BE7-1491D14717BD}" dt="2024-02-01T08:51:01.641" v="242" actId="47"/>
        <pc:sldMkLst>
          <pc:docMk/>
          <pc:sldMk cId="796643270" sldId="606"/>
        </pc:sldMkLst>
      </pc:sldChg>
      <pc:sldChg chg="modSp del mod modShow">
        <pc:chgData name="김명호" userId="e0d603aa-548e-418b-a070-918475337925" providerId="ADAL" clId="{1DDA12F7-FD37-4684-9BE7-1491D14717BD}" dt="2024-02-01T08:51:14.616" v="245" actId="47"/>
        <pc:sldMkLst>
          <pc:docMk/>
          <pc:sldMk cId="4162283836" sldId="608"/>
        </pc:sldMkLst>
      </pc:sldChg>
      <pc:sldChg chg="modSp del mod modShow addCm">
        <pc:chgData name="김명호" userId="e0d603aa-548e-418b-a070-918475337925" providerId="ADAL" clId="{1DDA12F7-FD37-4684-9BE7-1491D14717BD}" dt="2024-02-01T08:51:46.455" v="257" actId="47"/>
        <pc:sldMkLst>
          <pc:docMk/>
          <pc:sldMk cId="4131567675" sldId="615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김명호" userId="e0d603aa-548e-418b-a070-918475337925" providerId="ADAL" clId="{1DDA12F7-FD37-4684-9BE7-1491D14717BD}" dt="2024-02-01T08:20:20.290" v="196"/>
              <pc2:cmMkLst xmlns:pc2="http://schemas.microsoft.com/office/powerpoint/2019/9/main/command">
                <pc:docMk/>
                <pc:sldMk cId="4131567675" sldId="615"/>
                <pc2:cmMk id="{E7898BB0-296B-4D78-8836-10F7F9355A9B}"/>
              </pc2:cmMkLst>
            </pc226:cmChg>
          </p:ext>
        </pc:extLst>
      </pc:sldChg>
      <pc:sldChg chg="modSp addCm">
        <pc:chgData name="김명호" userId="e0d603aa-548e-418b-a070-918475337925" providerId="ADAL" clId="{1DDA12F7-FD37-4684-9BE7-1491D14717BD}" dt="2024-02-01T08:15:05.351" v="173"/>
        <pc:sldMkLst>
          <pc:docMk/>
          <pc:sldMk cId="2395288267" sldId="619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김명호" userId="e0d603aa-548e-418b-a070-918475337925" providerId="ADAL" clId="{1DDA12F7-FD37-4684-9BE7-1491D14717BD}" dt="2024-02-01T08:15:05.351" v="173"/>
              <pc2:cmMkLst xmlns:pc2="http://schemas.microsoft.com/office/powerpoint/2019/9/main/command">
                <pc:docMk/>
                <pc:sldMk cId="2395288267" sldId="619"/>
                <pc2:cmMk id="{1EC45D9B-8325-4799-AE97-33E7453EFC68}"/>
              </pc2:cmMkLst>
            </pc226:cmChg>
          </p:ext>
        </pc:extLst>
      </pc:sldChg>
      <pc:sldChg chg="modSp">
        <pc:chgData name="김명호" userId="e0d603aa-548e-418b-a070-918475337925" providerId="ADAL" clId="{1DDA12F7-FD37-4684-9BE7-1491D14717BD}" dt="2024-02-01T05:14:16.930" v="103"/>
        <pc:sldMkLst>
          <pc:docMk/>
          <pc:sldMk cId="1695742282" sldId="620"/>
        </pc:sldMkLst>
      </pc:sldChg>
      <pc:sldChg chg="modSp">
        <pc:chgData name="김명호" userId="e0d603aa-548e-418b-a070-918475337925" providerId="ADAL" clId="{1DDA12F7-FD37-4684-9BE7-1491D14717BD}" dt="2024-02-01T05:14:16.930" v="103"/>
        <pc:sldMkLst>
          <pc:docMk/>
          <pc:sldMk cId="3070541765" sldId="621"/>
        </pc:sldMkLst>
      </pc:sldChg>
      <pc:sldChg chg="modSp del mod modShow">
        <pc:chgData name="김명호" userId="e0d603aa-548e-418b-a070-918475337925" providerId="ADAL" clId="{1DDA12F7-FD37-4684-9BE7-1491D14717BD}" dt="2024-02-01T08:51:05.311" v="244" actId="47"/>
        <pc:sldMkLst>
          <pc:docMk/>
          <pc:sldMk cId="4288679465" sldId="623"/>
        </pc:sldMkLst>
      </pc:sldChg>
      <pc:sldChg chg="modSp del mod modShow">
        <pc:chgData name="김명호" userId="e0d603aa-548e-418b-a070-918475337925" providerId="ADAL" clId="{1DDA12F7-FD37-4684-9BE7-1491D14717BD}" dt="2024-02-01T08:51:04.044" v="243" actId="47"/>
        <pc:sldMkLst>
          <pc:docMk/>
          <pc:sldMk cId="150653922" sldId="624"/>
        </pc:sldMkLst>
      </pc:sldChg>
      <pc:sldChg chg="modSp">
        <pc:chgData name="김명호" userId="e0d603aa-548e-418b-a070-918475337925" providerId="ADAL" clId="{1DDA12F7-FD37-4684-9BE7-1491D14717BD}" dt="2024-02-01T05:14:16.930" v="103"/>
        <pc:sldMkLst>
          <pc:docMk/>
          <pc:sldMk cId="1072898210" sldId="627"/>
        </pc:sldMkLst>
      </pc:sldChg>
      <pc:sldChg chg="modSp mod modShow addCm">
        <pc:chgData name="김명호" userId="e0d603aa-548e-418b-a070-918475337925" providerId="ADAL" clId="{1DDA12F7-FD37-4684-9BE7-1491D14717BD}" dt="2024-02-01T08:20:40.318" v="198" actId="729"/>
        <pc:sldMkLst>
          <pc:docMk/>
          <pc:sldMk cId="3211156367" sldId="1037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김명호" userId="e0d603aa-548e-418b-a070-918475337925" providerId="ADAL" clId="{1DDA12F7-FD37-4684-9BE7-1491D14717BD}" dt="2024-02-01T08:20:37.899" v="197"/>
              <pc2:cmMkLst xmlns:pc2="http://schemas.microsoft.com/office/powerpoint/2019/9/main/command">
                <pc:docMk/>
                <pc:sldMk cId="3211156367" sldId="1037"/>
                <pc2:cmMk id="{C3306C93-E335-4840-BE9F-09219CE1195C}"/>
              </pc2:cmMkLst>
            </pc226:cmChg>
          </p:ext>
        </pc:extLst>
      </pc:sldChg>
      <pc:sldChg chg="modSp mod modShow">
        <pc:chgData name="김명호" userId="e0d603aa-548e-418b-a070-918475337925" providerId="ADAL" clId="{1DDA12F7-FD37-4684-9BE7-1491D14717BD}" dt="2024-02-01T08:51:55.589" v="258" actId="729"/>
        <pc:sldMkLst>
          <pc:docMk/>
          <pc:sldMk cId="2165793030" sldId="1038"/>
        </pc:sldMkLst>
      </pc:sldChg>
      <pc:sldChg chg="modSp mod">
        <pc:chgData name="김명호" userId="e0d603aa-548e-418b-a070-918475337925" providerId="ADAL" clId="{1DDA12F7-FD37-4684-9BE7-1491D14717BD}" dt="2024-01-25T04:42:34.845" v="23" actId="20577"/>
        <pc:sldMkLst>
          <pc:docMk/>
          <pc:sldMk cId="3066180551" sldId="1039"/>
        </pc:sldMkLst>
      </pc:sldChg>
      <pc:sldChg chg="modSp del mod modShow addCm">
        <pc:chgData name="김명호" userId="e0d603aa-548e-418b-a070-918475337925" providerId="ADAL" clId="{1DDA12F7-FD37-4684-9BE7-1491D14717BD}" dt="2024-02-01T08:49:30.151" v="212" actId="47"/>
        <pc:sldMkLst>
          <pc:docMk/>
          <pc:sldMk cId="3281049538" sldId="1040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김명호" userId="e0d603aa-548e-418b-a070-918475337925" providerId="ADAL" clId="{1DDA12F7-FD37-4684-9BE7-1491D14717BD}" dt="2024-02-01T05:17:49.245" v="104"/>
              <pc2:cmMkLst xmlns:pc2="http://schemas.microsoft.com/office/powerpoint/2019/9/main/command">
                <pc:docMk/>
                <pc:sldMk cId="3281049538" sldId="1040"/>
                <pc2:cmMk id="{087B9BBE-6D5A-411B-918C-7AAC1920A5F5}"/>
              </pc2:cmMkLst>
            </pc226:cmChg>
          </p:ext>
        </pc:extLst>
      </pc:sldChg>
      <pc:sldChg chg="modSp">
        <pc:chgData name="김명호" userId="e0d603aa-548e-418b-a070-918475337925" providerId="ADAL" clId="{1DDA12F7-FD37-4684-9BE7-1491D14717BD}" dt="2024-02-01T05:14:16.930" v="103"/>
        <pc:sldMkLst>
          <pc:docMk/>
          <pc:sldMk cId="934027525" sldId="1041"/>
        </pc:sldMkLst>
      </pc:sldChg>
      <pc:sldChg chg="modSp">
        <pc:chgData name="김명호" userId="e0d603aa-548e-418b-a070-918475337925" providerId="ADAL" clId="{1DDA12F7-FD37-4684-9BE7-1491D14717BD}" dt="2024-02-01T05:14:16.930" v="103"/>
        <pc:sldMkLst>
          <pc:docMk/>
          <pc:sldMk cId="3374592514" sldId="1042"/>
        </pc:sldMkLst>
      </pc:sldChg>
      <pc:sldChg chg="modSp">
        <pc:chgData name="김명호" userId="e0d603aa-548e-418b-a070-918475337925" providerId="ADAL" clId="{1DDA12F7-FD37-4684-9BE7-1491D14717BD}" dt="2024-02-01T05:14:16.930" v="103"/>
        <pc:sldMkLst>
          <pc:docMk/>
          <pc:sldMk cId="4210981718" sldId="1135"/>
        </pc:sldMkLst>
      </pc:sldChg>
      <pc:sldChg chg="modSp mod">
        <pc:chgData name="김명호" userId="e0d603aa-548e-418b-a070-918475337925" providerId="ADAL" clId="{1DDA12F7-FD37-4684-9BE7-1491D14717BD}" dt="2024-02-01T08:53:14.972" v="262" actId="20577"/>
        <pc:sldMkLst>
          <pc:docMk/>
          <pc:sldMk cId="1387588116" sldId="1136"/>
        </pc:sldMkLst>
      </pc:sldChg>
      <pc:sldChg chg="modSp del mod modShow addCm">
        <pc:chgData name="김명호" userId="e0d603aa-548e-418b-a070-918475337925" providerId="ADAL" clId="{1DDA12F7-FD37-4684-9BE7-1491D14717BD}" dt="2024-02-01T08:49:36.742" v="216" actId="47"/>
        <pc:sldMkLst>
          <pc:docMk/>
          <pc:sldMk cId="623035183" sldId="1137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김명호" userId="e0d603aa-548e-418b-a070-918475337925" providerId="ADAL" clId="{1DDA12F7-FD37-4684-9BE7-1491D14717BD}" dt="2024-02-01T05:55:24.892" v="111"/>
              <pc2:cmMkLst xmlns:pc2="http://schemas.microsoft.com/office/powerpoint/2019/9/main/command">
                <pc:docMk/>
                <pc:sldMk cId="623035183" sldId="1137"/>
                <pc2:cmMk id="{5B375009-9D70-4A09-9AA4-E431CD615D05}"/>
              </pc2:cmMkLst>
            </pc226:cmChg>
          </p:ext>
        </pc:extLst>
      </pc:sldChg>
      <pc:sldChg chg="modSp del mod modShow addCm">
        <pc:chgData name="김명호" userId="e0d603aa-548e-418b-a070-918475337925" providerId="ADAL" clId="{1DDA12F7-FD37-4684-9BE7-1491D14717BD}" dt="2024-02-01T08:49:36.169" v="215" actId="47"/>
        <pc:sldMkLst>
          <pc:docMk/>
          <pc:sldMk cId="1250604311" sldId="1138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김명호" userId="e0d603aa-548e-418b-a070-918475337925" providerId="ADAL" clId="{1DDA12F7-FD37-4684-9BE7-1491D14717BD}" dt="2024-02-01T05:54:24.189" v="110"/>
              <pc2:cmMkLst xmlns:pc2="http://schemas.microsoft.com/office/powerpoint/2019/9/main/command">
                <pc:docMk/>
                <pc:sldMk cId="1250604311" sldId="1138"/>
                <pc2:cmMk id="{7A4ED787-9A0E-4089-A4D5-FA6D6A2F78DF}"/>
              </pc2:cmMkLst>
            </pc226:cmChg>
          </p:ext>
        </pc:extLst>
      </pc:sldChg>
      <pc:sldChg chg="modSp del addCm">
        <pc:chgData name="김명호" userId="e0d603aa-548e-418b-a070-918475337925" providerId="ADAL" clId="{1DDA12F7-FD37-4684-9BE7-1491D14717BD}" dt="2024-02-01T08:49:41.382" v="219" actId="47"/>
        <pc:sldMkLst>
          <pc:docMk/>
          <pc:sldMk cId="663908857" sldId="1139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김명호" userId="e0d603aa-548e-418b-a070-918475337925" providerId="ADAL" clId="{1DDA12F7-FD37-4684-9BE7-1491D14717BD}" dt="2024-02-01T05:59:42.882" v="119"/>
              <pc2:cmMkLst xmlns:pc2="http://schemas.microsoft.com/office/powerpoint/2019/9/main/command">
                <pc:docMk/>
                <pc:sldMk cId="663908857" sldId="1139"/>
                <pc2:cmMk id="{82AF129F-3E81-48C5-8DA5-CF27F34E0513}"/>
              </pc2:cmMkLst>
            </pc226:cmChg>
          </p:ext>
        </pc:extLst>
      </pc:sldChg>
      <pc:sldChg chg="modSp del mod addCm">
        <pc:chgData name="김명호" userId="e0d603aa-548e-418b-a070-918475337925" providerId="ADAL" clId="{1DDA12F7-FD37-4684-9BE7-1491D14717BD}" dt="2024-02-01T08:49:42.503" v="220" actId="47"/>
        <pc:sldMkLst>
          <pc:docMk/>
          <pc:sldMk cId="1125729939" sldId="1140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김명호" userId="e0d603aa-548e-418b-a070-918475337925" providerId="ADAL" clId="{1DDA12F7-FD37-4684-9BE7-1491D14717BD}" dt="2024-02-01T08:08:53.356" v="132"/>
              <pc2:cmMkLst xmlns:pc2="http://schemas.microsoft.com/office/powerpoint/2019/9/main/command">
                <pc:docMk/>
                <pc:sldMk cId="1125729939" sldId="1140"/>
                <pc2:cmMk id="{BE75E6D9-B460-4955-AE3A-F64F7063BA07}"/>
              </pc2:cmMkLst>
            </pc226:cmChg>
          </p:ext>
        </pc:extLst>
      </pc:sldChg>
      <pc:sldChg chg="modSp del mod modShow">
        <pc:chgData name="김명호" userId="e0d603aa-548e-418b-a070-918475337925" providerId="ADAL" clId="{1DDA12F7-FD37-4684-9BE7-1491D14717BD}" dt="2024-02-01T08:49:44.215" v="221" actId="47"/>
        <pc:sldMkLst>
          <pc:docMk/>
          <pc:sldMk cId="2558622888" sldId="1141"/>
        </pc:sldMkLst>
      </pc:sldChg>
      <pc:sldChg chg="modSp del mod modShow">
        <pc:chgData name="김명호" userId="e0d603aa-548e-418b-a070-918475337925" providerId="ADAL" clId="{1DDA12F7-FD37-4684-9BE7-1491D14717BD}" dt="2024-02-01T08:49:45.926" v="222" actId="47"/>
        <pc:sldMkLst>
          <pc:docMk/>
          <pc:sldMk cId="1706337745" sldId="1142"/>
        </pc:sldMkLst>
      </pc:sldChg>
      <pc:sldChg chg="modSp del mod modShow">
        <pc:chgData name="김명호" userId="e0d603aa-548e-418b-a070-918475337925" providerId="ADAL" clId="{1DDA12F7-FD37-4684-9BE7-1491D14717BD}" dt="2024-02-01T08:49:47.041" v="223" actId="47"/>
        <pc:sldMkLst>
          <pc:docMk/>
          <pc:sldMk cId="3572331913" sldId="1143"/>
        </pc:sldMkLst>
      </pc:sldChg>
      <pc:sldChg chg="modSp del mod modShow">
        <pc:chgData name="김명호" userId="e0d603aa-548e-418b-a070-918475337925" providerId="ADAL" clId="{1DDA12F7-FD37-4684-9BE7-1491D14717BD}" dt="2024-02-01T08:49:48.848" v="224" actId="47"/>
        <pc:sldMkLst>
          <pc:docMk/>
          <pc:sldMk cId="262220450" sldId="1144"/>
        </pc:sldMkLst>
      </pc:sldChg>
      <pc:sldChg chg="modSp del mod modShow addCm">
        <pc:chgData name="김명호" userId="e0d603aa-548e-418b-a070-918475337925" providerId="ADAL" clId="{1DDA12F7-FD37-4684-9BE7-1491D14717BD}" dt="2024-02-01T08:49:33.270" v="213" actId="47"/>
        <pc:sldMkLst>
          <pc:docMk/>
          <pc:sldMk cId="1888863985" sldId="1145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김명호" userId="e0d603aa-548e-418b-a070-918475337925" providerId="ADAL" clId="{1DDA12F7-FD37-4684-9BE7-1491D14717BD}" dt="2024-02-01T05:20:41.898" v="106"/>
              <pc2:cmMkLst xmlns:pc2="http://schemas.microsoft.com/office/powerpoint/2019/9/main/command">
                <pc:docMk/>
                <pc:sldMk cId="1888863985" sldId="1145"/>
                <pc2:cmMk id="{84022C72-118F-4A68-ADC5-06A9BD303B66}"/>
              </pc2:cmMkLst>
            </pc226:cmChg>
          </p:ext>
        </pc:extLst>
      </pc:sldChg>
      <pc:sldChg chg="modSp">
        <pc:chgData name="김명호" userId="e0d603aa-548e-418b-a070-918475337925" providerId="ADAL" clId="{1DDA12F7-FD37-4684-9BE7-1491D14717BD}" dt="2024-02-01T08:52:47.679" v="259"/>
        <pc:sldMkLst>
          <pc:docMk/>
          <pc:sldMk cId="2327049963" sldId="1146"/>
        </pc:sldMkLst>
      </pc:sldChg>
      <pc:sldChg chg="modSp del mod modShow">
        <pc:chgData name="김명호" userId="e0d603aa-548e-418b-a070-918475337925" providerId="ADAL" clId="{1DDA12F7-FD37-4684-9BE7-1491D14717BD}" dt="2024-02-01T08:49:51.652" v="226" actId="47"/>
        <pc:sldMkLst>
          <pc:docMk/>
          <pc:sldMk cId="2761166033" sldId="1147"/>
        </pc:sldMkLst>
      </pc:sldChg>
      <pc:sldChg chg="modSp">
        <pc:chgData name="김명호" userId="e0d603aa-548e-418b-a070-918475337925" providerId="ADAL" clId="{1DDA12F7-FD37-4684-9BE7-1491D14717BD}" dt="2024-02-01T08:52:47.679" v="259"/>
        <pc:sldMkLst>
          <pc:docMk/>
          <pc:sldMk cId="1311671968" sldId="1149"/>
        </pc:sldMkLst>
      </pc:sldChg>
      <pc:sldChg chg="modSp del mod modShow">
        <pc:chgData name="김명호" userId="e0d603aa-548e-418b-a070-918475337925" providerId="ADAL" clId="{1DDA12F7-FD37-4684-9BE7-1491D14717BD}" dt="2024-02-01T08:49:53.141" v="227" actId="47"/>
        <pc:sldMkLst>
          <pc:docMk/>
          <pc:sldMk cId="3421321325" sldId="1150"/>
        </pc:sldMkLst>
      </pc:sldChg>
      <pc:sldChg chg="modSp">
        <pc:chgData name="김명호" userId="e0d603aa-548e-418b-a070-918475337925" providerId="ADAL" clId="{1DDA12F7-FD37-4684-9BE7-1491D14717BD}" dt="2024-02-01T08:52:47.679" v="259"/>
        <pc:sldMkLst>
          <pc:docMk/>
          <pc:sldMk cId="972474781" sldId="1151"/>
        </pc:sldMkLst>
      </pc:sldChg>
      <pc:sldChg chg="modSp del mod modShow">
        <pc:chgData name="김명호" userId="e0d603aa-548e-418b-a070-918475337925" providerId="ADAL" clId="{1DDA12F7-FD37-4684-9BE7-1491D14717BD}" dt="2024-02-01T08:49:54.736" v="228" actId="47"/>
        <pc:sldMkLst>
          <pc:docMk/>
          <pc:sldMk cId="305826098" sldId="1152"/>
        </pc:sldMkLst>
      </pc:sldChg>
      <pc:sldChg chg="modSp">
        <pc:chgData name="김명호" userId="e0d603aa-548e-418b-a070-918475337925" providerId="ADAL" clId="{1DDA12F7-FD37-4684-9BE7-1491D14717BD}" dt="2024-02-01T08:52:47.679" v="259"/>
        <pc:sldMkLst>
          <pc:docMk/>
          <pc:sldMk cId="1200824645" sldId="1153"/>
        </pc:sldMkLst>
      </pc:sldChg>
      <pc:sldChg chg="modSp del mod modShow">
        <pc:chgData name="김명호" userId="e0d603aa-548e-418b-a070-918475337925" providerId="ADAL" clId="{1DDA12F7-FD37-4684-9BE7-1491D14717BD}" dt="2024-02-01T08:49:57.523" v="229" actId="47"/>
        <pc:sldMkLst>
          <pc:docMk/>
          <pc:sldMk cId="1683603760" sldId="1154"/>
        </pc:sldMkLst>
      </pc:sldChg>
      <pc:sldChg chg="modSp">
        <pc:chgData name="김명호" userId="e0d603aa-548e-418b-a070-918475337925" providerId="ADAL" clId="{1DDA12F7-FD37-4684-9BE7-1491D14717BD}" dt="2024-02-01T08:52:47.679" v="259"/>
        <pc:sldMkLst>
          <pc:docMk/>
          <pc:sldMk cId="1823643013" sldId="1155"/>
        </pc:sldMkLst>
      </pc:sldChg>
      <pc:sldChg chg="modSp del mod modShow">
        <pc:chgData name="김명호" userId="e0d603aa-548e-418b-a070-918475337925" providerId="ADAL" clId="{1DDA12F7-FD37-4684-9BE7-1491D14717BD}" dt="2024-02-01T08:49:59.869" v="230" actId="47"/>
        <pc:sldMkLst>
          <pc:docMk/>
          <pc:sldMk cId="2562245623" sldId="1156"/>
        </pc:sldMkLst>
      </pc:sldChg>
      <pc:sldChg chg="modSp">
        <pc:chgData name="김명호" userId="e0d603aa-548e-418b-a070-918475337925" providerId="ADAL" clId="{1DDA12F7-FD37-4684-9BE7-1491D14717BD}" dt="2024-02-01T08:52:47.679" v="259"/>
        <pc:sldMkLst>
          <pc:docMk/>
          <pc:sldMk cId="682755460" sldId="1157"/>
        </pc:sldMkLst>
      </pc:sldChg>
      <pc:sldChg chg="modSp del mod modShow">
        <pc:chgData name="김명호" userId="e0d603aa-548e-418b-a070-918475337925" providerId="ADAL" clId="{1DDA12F7-FD37-4684-9BE7-1491D14717BD}" dt="2024-02-01T08:50:01.901" v="231" actId="47"/>
        <pc:sldMkLst>
          <pc:docMk/>
          <pc:sldMk cId="2680392553" sldId="1160"/>
        </pc:sldMkLst>
      </pc:sldChg>
      <pc:sldChg chg="modSp del mod modShow">
        <pc:chgData name="김명호" userId="e0d603aa-548e-418b-a070-918475337925" providerId="ADAL" clId="{1DDA12F7-FD37-4684-9BE7-1491D14717BD}" dt="2024-02-01T08:50:03.943" v="232" actId="47"/>
        <pc:sldMkLst>
          <pc:docMk/>
          <pc:sldMk cId="2712965967" sldId="1161"/>
        </pc:sldMkLst>
      </pc:sldChg>
      <pc:sldChg chg="modSp">
        <pc:chgData name="김명호" userId="e0d603aa-548e-418b-a070-918475337925" providerId="ADAL" clId="{1DDA12F7-FD37-4684-9BE7-1491D14717BD}" dt="2024-02-01T08:52:47.679" v="259"/>
        <pc:sldMkLst>
          <pc:docMk/>
          <pc:sldMk cId="231525656" sldId="1162"/>
        </pc:sldMkLst>
      </pc:sldChg>
      <pc:sldChg chg="modSp mod addCm">
        <pc:chgData name="김명호" userId="e0d603aa-548e-418b-a070-918475337925" providerId="ADAL" clId="{1DDA12F7-FD37-4684-9BE7-1491D14717BD}" dt="2024-02-01T08:11:05.665" v="156"/>
        <pc:sldMkLst>
          <pc:docMk/>
          <pc:sldMk cId="2744817805" sldId="1163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김명호" userId="e0d603aa-548e-418b-a070-918475337925" providerId="ADAL" clId="{1DDA12F7-FD37-4684-9BE7-1491D14717BD}" dt="2024-02-01T08:11:05.665" v="156"/>
              <pc2:cmMkLst xmlns:pc2="http://schemas.microsoft.com/office/powerpoint/2019/9/main/command">
                <pc:docMk/>
                <pc:sldMk cId="2744817805" sldId="1163"/>
                <pc2:cmMk id="{3B77A332-95DB-4E4F-92F5-E397035EDA0F}"/>
              </pc2:cmMkLst>
            </pc226:cmChg>
          </p:ext>
        </pc:extLst>
      </pc:sldChg>
      <pc:sldChg chg="modSp del mod modShow">
        <pc:chgData name="김명호" userId="e0d603aa-548e-418b-a070-918475337925" providerId="ADAL" clId="{1DDA12F7-FD37-4684-9BE7-1491D14717BD}" dt="2024-02-01T08:50:18.466" v="233" actId="47"/>
        <pc:sldMkLst>
          <pc:docMk/>
          <pc:sldMk cId="3283538578" sldId="1164"/>
        </pc:sldMkLst>
      </pc:sldChg>
      <pc:sldChg chg="modSp">
        <pc:chgData name="김명호" userId="e0d603aa-548e-418b-a070-918475337925" providerId="ADAL" clId="{1DDA12F7-FD37-4684-9BE7-1491D14717BD}" dt="2024-02-01T08:52:47.679" v="259"/>
        <pc:sldMkLst>
          <pc:docMk/>
          <pc:sldMk cId="2528178885" sldId="1166"/>
        </pc:sldMkLst>
      </pc:sldChg>
      <pc:sldChg chg="modSp del mod modShow">
        <pc:chgData name="김명호" userId="e0d603aa-548e-418b-a070-918475337925" providerId="ADAL" clId="{1DDA12F7-FD37-4684-9BE7-1491D14717BD}" dt="2024-02-01T08:50:20.339" v="234" actId="47"/>
        <pc:sldMkLst>
          <pc:docMk/>
          <pc:sldMk cId="138816865" sldId="1167"/>
        </pc:sldMkLst>
      </pc:sldChg>
      <pc:sldChg chg="modSp del mod modShow">
        <pc:chgData name="김명호" userId="e0d603aa-548e-418b-a070-918475337925" providerId="ADAL" clId="{1DDA12F7-FD37-4684-9BE7-1491D14717BD}" dt="2024-02-01T08:50:21.963" v="235" actId="47"/>
        <pc:sldMkLst>
          <pc:docMk/>
          <pc:sldMk cId="887819953" sldId="1168"/>
        </pc:sldMkLst>
      </pc:sldChg>
      <pc:sldChg chg="modSp del mod modShow">
        <pc:chgData name="김명호" userId="e0d603aa-548e-418b-a070-918475337925" providerId="ADAL" clId="{1DDA12F7-FD37-4684-9BE7-1491D14717BD}" dt="2024-02-01T08:50:23.425" v="236" actId="47"/>
        <pc:sldMkLst>
          <pc:docMk/>
          <pc:sldMk cId="896717122" sldId="1169"/>
        </pc:sldMkLst>
      </pc:sldChg>
      <pc:sldChg chg="modSp">
        <pc:chgData name="김명호" userId="e0d603aa-548e-418b-a070-918475337925" providerId="ADAL" clId="{1DDA12F7-FD37-4684-9BE7-1491D14717BD}" dt="2024-02-01T08:52:47.679" v="259"/>
        <pc:sldMkLst>
          <pc:docMk/>
          <pc:sldMk cId="2032936542" sldId="1170"/>
        </pc:sldMkLst>
      </pc:sldChg>
      <pc:sldChg chg="modSp del mod modShow">
        <pc:chgData name="김명호" userId="e0d603aa-548e-418b-a070-918475337925" providerId="ADAL" clId="{1DDA12F7-FD37-4684-9BE7-1491D14717BD}" dt="2024-02-01T08:50:26.210" v="237" actId="47"/>
        <pc:sldMkLst>
          <pc:docMk/>
          <pc:sldMk cId="3673344449" sldId="1171"/>
        </pc:sldMkLst>
      </pc:sldChg>
      <pc:sldChg chg="modSp del mod modShow">
        <pc:chgData name="김명호" userId="e0d603aa-548e-418b-a070-918475337925" providerId="ADAL" clId="{1DDA12F7-FD37-4684-9BE7-1491D14717BD}" dt="2024-02-01T08:50:27.570" v="238" actId="47"/>
        <pc:sldMkLst>
          <pc:docMk/>
          <pc:sldMk cId="1625275668" sldId="1172"/>
        </pc:sldMkLst>
      </pc:sldChg>
      <pc:sldChg chg="modSp">
        <pc:chgData name="김명호" userId="e0d603aa-548e-418b-a070-918475337925" providerId="ADAL" clId="{1DDA12F7-FD37-4684-9BE7-1491D14717BD}" dt="2024-02-01T08:52:47.679" v="259"/>
        <pc:sldMkLst>
          <pc:docMk/>
          <pc:sldMk cId="2493298372" sldId="1173"/>
        </pc:sldMkLst>
      </pc:sldChg>
      <pc:sldChg chg="modSp del mod modShow">
        <pc:chgData name="김명호" userId="e0d603aa-548e-418b-a070-918475337925" providerId="ADAL" clId="{1DDA12F7-FD37-4684-9BE7-1491D14717BD}" dt="2024-02-01T08:50:29.345" v="239" actId="47"/>
        <pc:sldMkLst>
          <pc:docMk/>
          <pc:sldMk cId="2139677583" sldId="1174"/>
        </pc:sldMkLst>
      </pc:sldChg>
      <pc:sldChg chg="modSp">
        <pc:chgData name="김명호" userId="e0d603aa-548e-418b-a070-918475337925" providerId="ADAL" clId="{1DDA12F7-FD37-4684-9BE7-1491D14717BD}" dt="2024-02-01T08:52:47.679" v="259"/>
        <pc:sldMkLst>
          <pc:docMk/>
          <pc:sldMk cId="3879801209" sldId="1176"/>
        </pc:sldMkLst>
      </pc:sldChg>
      <pc:sldChg chg="modSp">
        <pc:chgData name="김명호" userId="e0d603aa-548e-418b-a070-918475337925" providerId="ADAL" clId="{1DDA12F7-FD37-4684-9BE7-1491D14717BD}" dt="2024-02-01T08:52:47.679" v="259"/>
        <pc:sldMkLst>
          <pc:docMk/>
          <pc:sldMk cId="3802305563" sldId="1177"/>
        </pc:sldMkLst>
      </pc:sldChg>
      <pc:sldChg chg="modSp mod addCm">
        <pc:chgData name="김명호" userId="e0d603aa-548e-418b-a070-918475337925" providerId="ADAL" clId="{1DDA12F7-FD37-4684-9BE7-1491D14717BD}" dt="2024-02-01T08:13:51.777" v="170" actId="20577"/>
        <pc:sldMkLst>
          <pc:docMk/>
          <pc:sldMk cId="391680129" sldId="1178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김명호" userId="e0d603aa-548e-418b-a070-918475337925" providerId="ADAL" clId="{1DDA12F7-FD37-4684-9BE7-1491D14717BD}" dt="2024-02-01T08:12:07.786" v="166"/>
              <pc2:cmMkLst xmlns:pc2="http://schemas.microsoft.com/office/powerpoint/2019/9/main/command">
                <pc:docMk/>
                <pc:sldMk cId="391680129" sldId="1178"/>
                <pc2:cmMk id="{446F8316-B9F6-4735-9543-98B730FC002F}"/>
              </pc2:cmMkLst>
            </pc226:cmChg>
          </p:ext>
        </pc:extLst>
      </pc:sldChg>
      <pc:sldChg chg="modSp del mod modShow">
        <pc:chgData name="김명호" userId="e0d603aa-548e-418b-a070-918475337925" providerId="ADAL" clId="{1DDA12F7-FD37-4684-9BE7-1491D14717BD}" dt="2024-02-01T08:50:37.311" v="240" actId="47"/>
        <pc:sldMkLst>
          <pc:docMk/>
          <pc:sldMk cId="1966388705" sldId="1179"/>
        </pc:sldMkLst>
      </pc:sldChg>
      <pc:sldChg chg="modSp">
        <pc:chgData name="김명호" userId="e0d603aa-548e-418b-a070-918475337925" providerId="ADAL" clId="{1DDA12F7-FD37-4684-9BE7-1491D14717BD}" dt="2024-02-01T08:52:47.679" v="259"/>
        <pc:sldMkLst>
          <pc:docMk/>
          <pc:sldMk cId="1431725411" sldId="1180"/>
        </pc:sldMkLst>
      </pc:sldChg>
      <pc:sldChg chg="modSp">
        <pc:chgData name="김명호" userId="e0d603aa-548e-418b-a070-918475337925" providerId="ADAL" clId="{1DDA12F7-FD37-4684-9BE7-1491D14717BD}" dt="2024-02-01T08:52:47.679" v="259"/>
        <pc:sldMkLst>
          <pc:docMk/>
          <pc:sldMk cId="848180150" sldId="1182"/>
        </pc:sldMkLst>
      </pc:sldChg>
      <pc:sldChg chg="modSp">
        <pc:chgData name="김명호" userId="e0d603aa-548e-418b-a070-918475337925" providerId="ADAL" clId="{1DDA12F7-FD37-4684-9BE7-1491D14717BD}" dt="2024-02-01T05:14:16.930" v="103"/>
        <pc:sldMkLst>
          <pc:docMk/>
          <pc:sldMk cId="1259974226" sldId="1183"/>
        </pc:sldMkLst>
      </pc:sldChg>
      <pc:sldChg chg="modSp del mod modShow">
        <pc:chgData name="김명호" userId="e0d603aa-548e-418b-a070-918475337925" providerId="ADAL" clId="{1DDA12F7-FD37-4684-9BE7-1491D14717BD}" dt="2024-02-01T08:50:53.207" v="241" actId="47"/>
        <pc:sldMkLst>
          <pc:docMk/>
          <pc:sldMk cId="612734923" sldId="1184"/>
        </pc:sldMkLst>
      </pc:sldChg>
      <pc:sldChg chg="modSp">
        <pc:chgData name="김명호" userId="e0d603aa-548e-418b-a070-918475337925" providerId="ADAL" clId="{1DDA12F7-FD37-4684-9BE7-1491D14717BD}" dt="2024-02-01T08:52:47.679" v="259"/>
        <pc:sldMkLst>
          <pc:docMk/>
          <pc:sldMk cId="1295447532" sldId="1185"/>
        </pc:sldMkLst>
      </pc:sldChg>
      <pc:sldChg chg="modSp mod">
        <pc:chgData name="김명호" userId="e0d603aa-548e-418b-a070-918475337925" providerId="ADAL" clId="{1DDA12F7-FD37-4684-9BE7-1491D14717BD}" dt="2024-02-01T08:53:35.484" v="277" actId="20577"/>
        <pc:sldMkLst>
          <pc:docMk/>
          <pc:sldMk cId="2534048239" sldId="1186"/>
        </pc:sldMkLst>
      </pc:sldChg>
      <pc:sldChg chg="modSp mod addCm">
        <pc:chgData name="김명호" userId="e0d603aa-548e-418b-a070-918475337925" providerId="ADAL" clId="{1DDA12F7-FD37-4684-9BE7-1491D14717BD}" dt="2024-02-01T08:15:54.303" v="177"/>
        <pc:sldMkLst>
          <pc:docMk/>
          <pc:sldMk cId="1084553033" sldId="1187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김명호" userId="e0d603aa-548e-418b-a070-918475337925" providerId="ADAL" clId="{1DDA12F7-FD37-4684-9BE7-1491D14717BD}" dt="2024-02-01T08:15:54.303" v="177"/>
              <pc2:cmMkLst xmlns:pc2="http://schemas.microsoft.com/office/powerpoint/2019/9/main/command">
                <pc:docMk/>
                <pc:sldMk cId="1084553033" sldId="1187"/>
                <pc2:cmMk id="{CA4F0608-F2B2-4D93-AEB0-1B180400AB9E}"/>
              </pc2:cmMkLst>
            </pc226:cmChg>
          </p:ext>
        </pc:extLst>
      </pc:sldChg>
      <pc:sldChg chg="modSp">
        <pc:chgData name="김명호" userId="e0d603aa-548e-418b-a070-918475337925" providerId="ADAL" clId="{1DDA12F7-FD37-4684-9BE7-1491D14717BD}" dt="2024-02-01T05:14:16.930" v="103"/>
        <pc:sldMkLst>
          <pc:docMk/>
          <pc:sldMk cId="3511289372" sldId="1188"/>
        </pc:sldMkLst>
      </pc:sldChg>
      <pc:sldChg chg="modSp mod">
        <pc:chgData name="김명호" userId="e0d603aa-548e-418b-a070-918475337925" providerId="ADAL" clId="{1DDA12F7-FD37-4684-9BE7-1491D14717BD}" dt="2024-02-01T08:51:25.495" v="249" actId="20577"/>
        <pc:sldMkLst>
          <pc:docMk/>
          <pc:sldMk cId="3128855274" sldId="1189"/>
        </pc:sldMkLst>
      </pc:sldChg>
      <pc:sldChg chg="modSp mod">
        <pc:chgData name="김명호" userId="e0d603aa-548e-418b-a070-918475337925" providerId="ADAL" clId="{1DDA12F7-FD37-4684-9BE7-1491D14717BD}" dt="2024-02-01T08:51:30.841" v="250"/>
        <pc:sldMkLst>
          <pc:docMk/>
          <pc:sldMk cId="3983485914" sldId="1190"/>
        </pc:sldMkLst>
      </pc:sldChg>
      <pc:sldChg chg="modSp mod">
        <pc:chgData name="김명호" userId="e0d603aa-548e-418b-a070-918475337925" providerId="ADAL" clId="{1DDA12F7-FD37-4684-9BE7-1491D14717BD}" dt="2024-02-01T08:51:34.495" v="253"/>
        <pc:sldMkLst>
          <pc:docMk/>
          <pc:sldMk cId="3504185735" sldId="1191"/>
        </pc:sldMkLst>
      </pc:sldChg>
      <pc:sldChg chg="modSp mod">
        <pc:chgData name="김명호" userId="e0d603aa-548e-418b-a070-918475337925" providerId="ADAL" clId="{1DDA12F7-FD37-4684-9BE7-1491D14717BD}" dt="2024-02-01T08:51:37.652" v="256"/>
        <pc:sldMkLst>
          <pc:docMk/>
          <pc:sldMk cId="1179199906" sldId="1192"/>
        </pc:sldMkLst>
      </pc:sldChg>
      <pc:sldChg chg="modSp mod">
        <pc:chgData name="김명호" userId="e0d603aa-548e-418b-a070-918475337925" providerId="ADAL" clId="{1DDA12F7-FD37-4684-9BE7-1491D14717BD}" dt="2024-02-01T08:53:05.453" v="260" actId="20577"/>
        <pc:sldMkLst>
          <pc:docMk/>
          <pc:sldMk cId="1931103224" sldId="1193"/>
        </pc:sldMkLst>
      </pc:sldChg>
      <pc:sldChg chg="modSp mod">
        <pc:chgData name="김명호" userId="e0d603aa-548e-418b-a070-918475337925" providerId="ADAL" clId="{1DDA12F7-FD37-4684-9BE7-1491D14717BD}" dt="2024-02-01T08:53:08.990" v="261" actId="20577"/>
        <pc:sldMkLst>
          <pc:docMk/>
          <pc:sldMk cId="3262669584" sldId="1194"/>
        </pc:sldMkLst>
      </pc:sldChg>
      <pc:sldChg chg="modSp">
        <pc:chgData name="김명호" userId="e0d603aa-548e-418b-a070-918475337925" providerId="ADAL" clId="{1DDA12F7-FD37-4684-9BE7-1491D14717BD}" dt="2024-02-01T08:52:47.679" v="259"/>
        <pc:sldMkLst>
          <pc:docMk/>
          <pc:sldMk cId="2509677873" sldId="1195"/>
        </pc:sldMkLst>
      </pc:sldChg>
      <pc:sldChg chg="modSp">
        <pc:chgData name="김명호" userId="e0d603aa-548e-418b-a070-918475337925" providerId="ADAL" clId="{1DDA12F7-FD37-4684-9BE7-1491D14717BD}" dt="2024-02-01T05:14:16.930" v="103"/>
        <pc:sldMkLst>
          <pc:docMk/>
          <pc:sldMk cId="986755375" sldId="1196"/>
        </pc:sldMkLst>
      </pc:sldChg>
      <pc:sldChg chg="modSp">
        <pc:chgData name="김명호" userId="e0d603aa-548e-418b-a070-918475337925" providerId="ADAL" clId="{1DDA12F7-FD37-4684-9BE7-1491D14717BD}" dt="2024-02-01T05:14:16.930" v="103"/>
        <pc:sldMkLst>
          <pc:docMk/>
          <pc:sldMk cId="925000129" sldId="1197"/>
        </pc:sldMkLst>
      </pc:sldChg>
      <pc:sldChg chg="modSp">
        <pc:chgData name="김명호" userId="e0d603aa-548e-418b-a070-918475337925" providerId="ADAL" clId="{1DDA12F7-FD37-4684-9BE7-1491D14717BD}" dt="2024-02-01T05:14:16.930" v="103"/>
        <pc:sldMkLst>
          <pc:docMk/>
          <pc:sldMk cId="1978201882" sldId="1198"/>
        </pc:sldMkLst>
      </pc:sldChg>
      <pc:sldChg chg="modSp">
        <pc:chgData name="김명호" userId="e0d603aa-548e-418b-a070-918475337925" providerId="ADAL" clId="{1DDA12F7-FD37-4684-9BE7-1491D14717BD}" dt="2024-02-01T05:14:16.930" v="103"/>
        <pc:sldMkLst>
          <pc:docMk/>
          <pc:sldMk cId="840753535" sldId="1199"/>
        </pc:sldMkLst>
      </pc:sldChg>
      <pc:sldChg chg="modSp del mod modShow">
        <pc:chgData name="김명호" userId="e0d603aa-548e-418b-a070-918475337925" providerId="ADAL" clId="{1DDA12F7-FD37-4684-9BE7-1491D14717BD}" dt="2024-02-01T08:49:33.954" v="214" actId="47"/>
        <pc:sldMkLst>
          <pc:docMk/>
          <pc:sldMk cId="3929353624" sldId="1200"/>
        </pc:sldMkLst>
      </pc:sldChg>
      <pc:sldMasterChg chg="modSldLayout">
        <pc:chgData name="김명호" userId="e0d603aa-548e-418b-a070-918475337925" providerId="ADAL" clId="{1DDA12F7-FD37-4684-9BE7-1491D14717BD}" dt="2024-02-01T05:12:26.359" v="61" actId="735"/>
        <pc:sldMasterMkLst>
          <pc:docMk/>
          <pc:sldMasterMk cId="2019898865" sldId="2147483687"/>
        </pc:sldMasterMkLst>
        <pc:sldLayoutChg chg="modSp">
          <pc:chgData name="김명호" userId="e0d603aa-548e-418b-a070-918475337925" providerId="ADAL" clId="{1DDA12F7-FD37-4684-9BE7-1491D14717BD}" dt="2024-02-01T05:12:26.359" v="61" actId="735"/>
          <pc:sldLayoutMkLst>
            <pc:docMk/>
            <pc:sldMasterMk cId="2019898865" sldId="2147483687"/>
            <pc:sldLayoutMk cId="4243840776" sldId="2147483694"/>
          </pc:sldLayoutMkLst>
        </pc:sldLayoutChg>
      </pc:sldMasterChg>
      <pc:sldMasterChg chg="modSp mod">
        <pc:chgData name="김명호" userId="e0d603aa-548e-418b-a070-918475337925" providerId="ADAL" clId="{1DDA12F7-FD37-4684-9BE7-1491D14717BD}" dt="2024-02-01T09:05:58.940" v="320"/>
        <pc:sldMasterMkLst>
          <pc:docMk/>
          <pc:sldMasterMk cId="3730080836" sldId="2147483700"/>
        </pc:sldMasterMkLst>
      </pc:sldMasterChg>
    </pc:docChg>
  </pc:docChgLst>
  <pc:docChgLst>
    <pc:chgData name="김명호" userId="e0d603aa-548e-418b-a070-918475337925" providerId="ADAL" clId="{A790FCFC-41A0-4B63-80EB-E1B1E8041296}"/>
    <pc:docChg chg="delSld modSection">
      <pc:chgData name="김명호" userId="e0d603aa-548e-418b-a070-918475337925" providerId="ADAL" clId="{A790FCFC-41A0-4B63-80EB-E1B1E8041296}" dt="2025-03-10T02:15:08.121" v="0" actId="47"/>
      <pc:docMkLst>
        <pc:docMk/>
      </pc:docMkLst>
      <pc:sldChg chg="del">
        <pc:chgData name="김명호" userId="e0d603aa-548e-418b-a070-918475337925" providerId="ADAL" clId="{A790FCFC-41A0-4B63-80EB-E1B1E8041296}" dt="2025-03-10T02:15:08.121" v="0" actId="47"/>
        <pc:sldMkLst>
          <pc:docMk/>
          <pc:sldMk cId="535031718" sldId="1046"/>
        </pc:sldMkLst>
      </pc:sldChg>
    </pc:docChg>
  </pc:docChgLst>
  <pc:docChgLst>
    <pc:chgData name="김명호" userId="e0d603aa-548e-418b-a070-918475337925" providerId="ADAL" clId="{D01E738F-A2BA-4DB5-97A8-253F7A3ADE68}"/>
    <pc:docChg chg="undo custSel modSld">
      <pc:chgData name="김명호" userId="e0d603aa-548e-418b-a070-918475337925" providerId="ADAL" clId="{D01E738F-A2BA-4DB5-97A8-253F7A3ADE68}" dt="2024-04-03T07:40:33.823" v="21" actId="478"/>
      <pc:docMkLst>
        <pc:docMk/>
      </pc:docMkLst>
      <pc:sldChg chg="addSp delSp mod">
        <pc:chgData name="김명호" userId="e0d603aa-548e-418b-a070-918475337925" providerId="ADAL" clId="{D01E738F-A2BA-4DB5-97A8-253F7A3ADE68}" dt="2024-04-03T00:48:35.181" v="9" actId="478"/>
        <pc:sldMkLst>
          <pc:docMk/>
          <pc:sldMk cId="1083306933" sldId="384"/>
        </pc:sldMkLst>
      </pc:sldChg>
      <pc:sldChg chg="addSp delSp mod">
        <pc:chgData name="김명호" userId="e0d603aa-548e-418b-a070-918475337925" providerId="ADAL" clId="{D01E738F-A2BA-4DB5-97A8-253F7A3ADE68}" dt="2024-04-03T00:48:35.527" v="11" actId="478"/>
        <pc:sldMkLst>
          <pc:docMk/>
          <pc:sldMk cId="3483092939" sldId="522"/>
        </pc:sldMkLst>
      </pc:sldChg>
      <pc:sldChg chg="modSp mod">
        <pc:chgData name="김명호" userId="e0d603aa-548e-418b-a070-918475337925" providerId="ADAL" clId="{D01E738F-A2BA-4DB5-97A8-253F7A3ADE68}" dt="2024-04-03T00:49:00.124" v="13" actId="1076"/>
        <pc:sldMkLst>
          <pc:docMk/>
          <pc:sldMk cId="3495016331" sldId="575"/>
        </pc:sldMkLst>
      </pc:sldChg>
      <pc:sldChg chg="addSp delSp mod">
        <pc:chgData name="김명호" userId="e0d603aa-548e-418b-a070-918475337925" providerId="ADAL" clId="{D01E738F-A2BA-4DB5-97A8-253F7A3ADE68}" dt="2024-04-03T00:28:55.893" v="5" actId="478"/>
        <pc:sldMkLst>
          <pc:docMk/>
          <pc:sldMk cId="4238778860" sldId="590"/>
        </pc:sldMkLst>
      </pc:sldChg>
      <pc:sldChg chg="addSp delSp mod">
        <pc:chgData name="김명호" userId="e0d603aa-548e-418b-a070-918475337925" providerId="ADAL" clId="{D01E738F-A2BA-4DB5-97A8-253F7A3ADE68}" dt="2024-04-03T00:27:44.437" v="2" actId="478"/>
        <pc:sldMkLst>
          <pc:docMk/>
          <pc:sldMk cId="1071020693" sldId="591"/>
        </pc:sldMkLst>
      </pc:sldChg>
      <pc:sldChg chg="addSp delSp mod">
        <pc:chgData name="김명호" userId="e0d603aa-548e-418b-a070-918475337925" providerId="ADAL" clId="{D01E738F-A2BA-4DB5-97A8-253F7A3ADE68}" dt="2024-04-03T00:48:35.362" v="10" actId="478"/>
        <pc:sldMkLst>
          <pc:docMk/>
          <pc:sldMk cId="934027525" sldId="1041"/>
        </pc:sldMkLst>
      </pc:sldChg>
      <pc:sldChg chg="delSp mod">
        <pc:chgData name="김명호" userId="e0d603aa-548e-418b-a070-918475337925" providerId="ADAL" clId="{D01E738F-A2BA-4DB5-97A8-253F7A3ADE68}" dt="2024-04-03T01:20:37.478" v="20" actId="478"/>
        <pc:sldMkLst>
          <pc:docMk/>
          <pc:sldMk cId="3374592514" sldId="1042"/>
        </pc:sldMkLst>
      </pc:sldChg>
      <pc:sldChg chg="delSp mod">
        <pc:chgData name="김명호" userId="e0d603aa-548e-418b-a070-918475337925" providerId="ADAL" clId="{D01E738F-A2BA-4DB5-97A8-253F7A3ADE68}" dt="2024-04-03T07:40:33.823" v="21" actId="478"/>
        <pc:sldMkLst>
          <pc:docMk/>
          <pc:sldMk cId="4210981718" sldId="1135"/>
        </pc:sldMkLst>
      </pc:sldChg>
      <pc:sldChg chg="delSp modSp mod">
        <pc:chgData name="김명호" userId="e0d603aa-548e-418b-a070-918475337925" providerId="ADAL" clId="{D01E738F-A2BA-4DB5-97A8-253F7A3ADE68}" dt="2024-04-03T00:58:04.411" v="17" actId="1035"/>
        <pc:sldMkLst>
          <pc:docMk/>
          <pc:sldMk cId="2534048239" sldId="1186"/>
        </pc:sldMkLst>
      </pc:sldChg>
      <pc:sldChg chg="delSp mod">
        <pc:chgData name="김명호" userId="e0d603aa-548e-418b-a070-918475337925" providerId="ADAL" clId="{D01E738F-A2BA-4DB5-97A8-253F7A3ADE68}" dt="2024-04-03T00:51:44.846" v="14" actId="478"/>
        <pc:sldMkLst>
          <pc:docMk/>
          <pc:sldMk cId="986755375" sldId="1196"/>
        </pc:sldMkLst>
      </pc:sldChg>
      <pc:sldChg chg="modSp mod">
        <pc:chgData name="김명호" userId="e0d603aa-548e-418b-a070-918475337925" providerId="ADAL" clId="{D01E738F-A2BA-4DB5-97A8-253F7A3ADE68}" dt="2024-04-03T00:58:45.352" v="19" actId="1076"/>
        <pc:sldMkLst>
          <pc:docMk/>
          <pc:sldMk cId="840753535" sldId="1199"/>
        </pc:sldMkLst>
      </pc:sldChg>
    </pc:docChg>
  </pc:docChgLst>
  <pc:docChgLst>
    <pc:chgData name="유예나" userId="56804d69-2be5-4f9a-85f3-71ac819806f9" providerId="ADAL" clId="{58D894AC-7E04-41DB-A3C3-482DED13BEE6}"/>
    <pc:docChg chg="undo redo custSel addSld delSld modSld sldOrd addSection delSection modSection">
      <pc:chgData name="유예나" userId="56804d69-2be5-4f9a-85f3-71ac819806f9" providerId="ADAL" clId="{58D894AC-7E04-41DB-A3C3-482DED13BEE6}" dt="2024-03-18T03:25:18.489" v="9823" actId="1076"/>
      <pc:docMkLst>
        <pc:docMk/>
      </pc:docMkLst>
      <pc:sldChg chg="modSp mod">
        <pc:chgData name="유예나" userId="56804d69-2be5-4f9a-85f3-71ac819806f9" providerId="ADAL" clId="{58D894AC-7E04-41DB-A3C3-482DED13BEE6}" dt="2024-01-26T07:05:12.309" v="7825" actId="20577"/>
        <pc:sldMkLst>
          <pc:docMk/>
          <pc:sldMk cId="1687266130" sldId="362"/>
        </pc:sldMkLst>
      </pc:sldChg>
      <pc:sldChg chg="addSp delSp modSp add del mod">
        <pc:chgData name="유예나" userId="56804d69-2be5-4f9a-85f3-71ac819806f9" providerId="ADAL" clId="{58D894AC-7E04-41DB-A3C3-482DED13BEE6}" dt="2024-02-22T01:13:18.098" v="9629"/>
        <pc:sldMkLst>
          <pc:docMk/>
          <pc:sldMk cId="1083306933" sldId="384"/>
        </pc:sldMkLst>
      </pc:sldChg>
      <pc:sldChg chg="modSp mod">
        <pc:chgData name="유예나" userId="56804d69-2be5-4f9a-85f3-71ac819806f9" providerId="ADAL" clId="{58D894AC-7E04-41DB-A3C3-482DED13BEE6}" dt="2024-01-25T05:04:16.025" v="672" actId="2711"/>
        <pc:sldMkLst>
          <pc:docMk/>
          <pc:sldMk cId="634537752" sldId="479"/>
        </pc:sldMkLst>
      </pc:sldChg>
      <pc:sldChg chg="modSp del">
        <pc:chgData name="유예나" userId="56804d69-2be5-4f9a-85f3-71ac819806f9" providerId="ADAL" clId="{58D894AC-7E04-41DB-A3C3-482DED13BEE6}" dt="2024-01-25T05:52:11.993" v="1204" actId="47"/>
        <pc:sldMkLst>
          <pc:docMk/>
          <pc:sldMk cId="943655896" sldId="502"/>
        </pc:sldMkLst>
      </pc:sldChg>
      <pc:sldChg chg="modSp del mod">
        <pc:chgData name="유예나" userId="56804d69-2be5-4f9a-85f3-71ac819806f9" providerId="ADAL" clId="{58D894AC-7E04-41DB-A3C3-482DED13BEE6}" dt="2024-01-25T05:53:30.727" v="1206" actId="47"/>
        <pc:sldMkLst>
          <pc:docMk/>
          <pc:sldMk cId="158606274" sldId="503"/>
        </pc:sldMkLst>
      </pc:sldChg>
      <pc:sldChg chg="del">
        <pc:chgData name="유예나" userId="56804d69-2be5-4f9a-85f3-71ac819806f9" providerId="ADAL" clId="{58D894AC-7E04-41DB-A3C3-482DED13BEE6}" dt="2024-01-25T02:50:21.859" v="11" actId="47"/>
        <pc:sldMkLst>
          <pc:docMk/>
          <pc:sldMk cId="588641993" sldId="506"/>
        </pc:sldMkLst>
      </pc:sldChg>
      <pc:sldChg chg="modSp del mod">
        <pc:chgData name="유예나" userId="56804d69-2be5-4f9a-85f3-71ac819806f9" providerId="ADAL" clId="{58D894AC-7E04-41DB-A3C3-482DED13BEE6}" dt="2024-01-25T03:59:49.832" v="172" actId="47"/>
        <pc:sldMkLst>
          <pc:docMk/>
          <pc:sldMk cId="209642891" sldId="508"/>
        </pc:sldMkLst>
      </pc:sldChg>
      <pc:sldChg chg="del">
        <pc:chgData name="유예나" userId="56804d69-2be5-4f9a-85f3-71ac819806f9" providerId="ADAL" clId="{58D894AC-7E04-41DB-A3C3-482DED13BEE6}" dt="2024-01-25T02:38:30.899" v="5" actId="47"/>
        <pc:sldMkLst>
          <pc:docMk/>
          <pc:sldMk cId="1467919342" sldId="509"/>
        </pc:sldMkLst>
      </pc:sldChg>
      <pc:sldChg chg="delSp modSp del mod">
        <pc:chgData name="유예나" userId="56804d69-2be5-4f9a-85f3-71ac819806f9" providerId="ADAL" clId="{58D894AC-7E04-41DB-A3C3-482DED13BEE6}" dt="2024-01-25T04:03:28.348" v="241" actId="47"/>
        <pc:sldMkLst>
          <pc:docMk/>
          <pc:sldMk cId="2296293621" sldId="512"/>
        </pc:sldMkLst>
      </pc:sldChg>
      <pc:sldChg chg="addSp delSp modSp mod">
        <pc:chgData name="유예나" userId="56804d69-2be5-4f9a-85f3-71ac819806f9" providerId="ADAL" clId="{58D894AC-7E04-41DB-A3C3-482DED13BEE6}" dt="2024-01-25T05:48:10.818" v="1187"/>
        <pc:sldMkLst>
          <pc:docMk/>
          <pc:sldMk cId="868631963" sldId="515"/>
        </pc:sldMkLst>
      </pc:sldChg>
      <pc:sldChg chg="addSp delSp modSp mod">
        <pc:chgData name="유예나" userId="56804d69-2be5-4f9a-85f3-71ac819806f9" providerId="ADAL" clId="{58D894AC-7E04-41DB-A3C3-482DED13BEE6}" dt="2024-01-26T00:03:04.192" v="3400" actId="478"/>
        <pc:sldMkLst>
          <pc:docMk/>
          <pc:sldMk cId="4188210936" sldId="516"/>
        </pc:sldMkLst>
      </pc:sldChg>
      <pc:sldChg chg="del">
        <pc:chgData name="유예나" userId="56804d69-2be5-4f9a-85f3-71ac819806f9" providerId="ADAL" clId="{58D894AC-7E04-41DB-A3C3-482DED13BEE6}" dt="2024-01-25T04:04:18.430" v="252" actId="47"/>
        <pc:sldMkLst>
          <pc:docMk/>
          <pc:sldMk cId="1273705593" sldId="517"/>
        </pc:sldMkLst>
      </pc:sldChg>
      <pc:sldChg chg="del">
        <pc:chgData name="유예나" userId="56804d69-2be5-4f9a-85f3-71ac819806f9" providerId="ADAL" clId="{58D894AC-7E04-41DB-A3C3-482DED13BEE6}" dt="2024-01-25T02:40:06.671" v="6" actId="47"/>
        <pc:sldMkLst>
          <pc:docMk/>
          <pc:sldMk cId="976758863" sldId="520"/>
        </pc:sldMkLst>
      </pc:sldChg>
      <pc:sldChg chg="modSp del mod">
        <pc:chgData name="유예나" userId="56804d69-2be5-4f9a-85f3-71ac819806f9" providerId="ADAL" clId="{58D894AC-7E04-41DB-A3C3-482DED13BEE6}" dt="2024-01-25T02:44:54.821" v="8" actId="47"/>
        <pc:sldMkLst>
          <pc:docMk/>
          <pc:sldMk cId="2889548620" sldId="521"/>
        </pc:sldMkLst>
      </pc:sldChg>
      <pc:sldChg chg="addSp delSp modSp mod ord">
        <pc:chgData name="유예나" userId="56804d69-2be5-4f9a-85f3-71ac819806f9" providerId="ADAL" clId="{58D894AC-7E04-41DB-A3C3-482DED13BEE6}" dt="2024-02-22T01:07:14.754" v="9612"/>
        <pc:sldMkLst>
          <pc:docMk/>
          <pc:sldMk cId="3483092939" sldId="522"/>
        </pc:sldMkLst>
      </pc:sldChg>
      <pc:sldChg chg="modSp del mod">
        <pc:chgData name="유예나" userId="56804d69-2be5-4f9a-85f3-71ac819806f9" providerId="ADAL" clId="{58D894AC-7E04-41DB-A3C3-482DED13BEE6}" dt="2024-01-25T05:51:54.993" v="1203" actId="47"/>
        <pc:sldMkLst>
          <pc:docMk/>
          <pc:sldMk cId="2488529480" sldId="523"/>
        </pc:sldMkLst>
      </pc:sldChg>
      <pc:sldChg chg="modSp del mod">
        <pc:chgData name="유예나" userId="56804d69-2be5-4f9a-85f3-71ac819806f9" providerId="ADAL" clId="{58D894AC-7E04-41DB-A3C3-482DED13BEE6}" dt="2024-01-25T05:53:58.254" v="1208" actId="47"/>
        <pc:sldMkLst>
          <pc:docMk/>
          <pc:sldMk cId="4207104485" sldId="535"/>
        </pc:sldMkLst>
      </pc:sldChg>
      <pc:sldChg chg="modSp del">
        <pc:chgData name="유예나" userId="56804d69-2be5-4f9a-85f3-71ac819806f9" providerId="ADAL" clId="{58D894AC-7E04-41DB-A3C3-482DED13BEE6}" dt="2024-01-25T05:54:06.345" v="1209" actId="47"/>
        <pc:sldMkLst>
          <pc:docMk/>
          <pc:sldMk cId="4242141357" sldId="536"/>
        </pc:sldMkLst>
      </pc:sldChg>
      <pc:sldChg chg="modSp">
        <pc:chgData name="유예나" userId="56804d69-2be5-4f9a-85f3-71ac819806f9" providerId="ADAL" clId="{58D894AC-7E04-41DB-A3C3-482DED13BEE6}" dt="2024-01-25T05:47:59.269" v="1186"/>
        <pc:sldMkLst>
          <pc:docMk/>
          <pc:sldMk cId="463336508" sldId="537"/>
        </pc:sldMkLst>
      </pc:sldChg>
      <pc:sldChg chg="modSp del">
        <pc:chgData name="유예나" userId="56804d69-2be5-4f9a-85f3-71ac819806f9" providerId="ADAL" clId="{58D894AC-7E04-41DB-A3C3-482DED13BEE6}" dt="2024-01-25T05:54:50.684" v="1210" actId="47"/>
        <pc:sldMkLst>
          <pc:docMk/>
          <pc:sldMk cId="949522405" sldId="538"/>
        </pc:sldMkLst>
      </pc:sldChg>
      <pc:sldChg chg="addSp delSp modSp mod">
        <pc:chgData name="유예나" userId="56804d69-2be5-4f9a-85f3-71ac819806f9" providerId="ADAL" clId="{58D894AC-7E04-41DB-A3C3-482DED13BEE6}" dt="2024-02-22T01:14:19.862" v="9634"/>
        <pc:sldMkLst>
          <pc:docMk/>
          <pc:sldMk cId="687805085" sldId="540"/>
        </pc:sldMkLst>
      </pc:sldChg>
      <pc:sldChg chg="modSp del">
        <pc:chgData name="유예나" userId="56804d69-2be5-4f9a-85f3-71ac819806f9" providerId="ADAL" clId="{58D894AC-7E04-41DB-A3C3-482DED13BEE6}" dt="2024-01-25T05:55:06.420" v="1211" actId="47"/>
        <pc:sldMkLst>
          <pc:docMk/>
          <pc:sldMk cId="3032742818" sldId="541"/>
        </pc:sldMkLst>
      </pc:sldChg>
      <pc:sldChg chg="modSp del">
        <pc:chgData name="유예나" userId="56804d69-2be5-4f9a-85f3-71ac819806f9" providerId="ADAL" clId="{58D894AC-7E04-41DB-A3C3-482DED13BEE6}" dt="2024-01-25T05:58:43.647" v="1349" actId="47"/>
        <pc:sldMkLst>
          <pc:docMk/>
          <pc:sldMk cId="2042481589" sldId="544"/>
        </pc:sldMkLst>
      </pc:sldChg>
      <pc:sldChg chg="modSp del">
        <pc:chgData name="유예나" userId="56804d69-2be5-4f9a-85f3-71ac819806f9" providerId="ADAL" clId="{58D894AC-7E04-41DB-A3C3-482DED13BEE6}" dt="2024-01-25T05:58:44.376" v="1350" actId="47"/>
        <pc:sldMkLst>
          <pc:docMk/>
          <pc:sldMk cId="4212273828" sldId="545"/>
        </pc:sldMkLst>
      </pc:sldChg>
      <pc:sldChg chg="modSp del">
        <pc:chgData name="유예나" userId="56804d69-2be5-4f9a-85f3-71ac819806f9" providerId="ADAL" clId="{58D894AC-7E04-41DB-A3C3-482DED13BEE6}" dt="2024-01-25T06:01:01.794" v="1351" actId="47"/>
        <pc:sldMkLst>
          <pc:docMk/>
          <pc:sldMk cId="2431523829" sldId="549"/>
        </pc:sldMkLst>
      </pc:sldChg>
      <pc:sldChg chg="modSp del mod">
        <pc:chgData name="유예나" userId="56804d69-2be5-4f9a-85f3-71ac819806f9" providerId="ADAL" clId="{58D894AC-7E04-41DB-A3C3-482DED13BEE6}" dt="2024-01-25T06:01:12.237" v="1353" actId="47"/>
        <pc:sldMkLst>
          <pc:docMk/>
          <pc:sldMk cId="3866700721" sldId="550"/>
        </pc:sldMkLst>
      </pc:sldChg>
      <pc:sldChg chg="modSp del mod">
        <pc:chgData name="유예나" userId="56804d69-2be5-4f9a-85f3-71ac819806f9" providerId="ADAL" clId="{58D894AC-7E04-41DB-A3C3-482DED13BEE6}" dt="2024-01-25T06:01:30.248" v="1355" actId="47"/>
        <pc:sldMkLst>
          <pc:docMk/>
          <pc:sldMk cId="4046614859" sldId="551"/>
        </pc:sldMkLst>
      </pc:sldChg>
      <pc:sldChg chg="modSp del mod">
        <pc:chgData name="유예나" userId="56804d69-2be5-4f9a-85f3-71ac819806f9" providerId="ADAL" clId="{58D894AC-7E04-41DB-A3C3-482DED13BEE6}" dt="2024-01-25T06:05:50.267" v="1359" actId="47"/>
        <pc:sldMkLst>
          <pc:docMk/>
          <pc:sldMk cId="181530914" sldId="552"/>
        </pc:sldMkLst>
      </pc:sldChg>
      <pc:sldChg chg="modSp del">
        <pc:chgData name="유예나" userId="56804d69-2be5-4f9a-85f3-71ac819806f9" providerId="ADAL" clId="{58D894AC-7E04-41DB-A3C3-482DED13BEE6}" dt="2024-01-25T06:05:48.424" v="1357" actId="47"/>
        <pc:sldMkLst>
          <pc:docMk/>
          <pc:sldMk cId="3907757595" sldId="555"/>
        </pc:sldMkLst>
      </pc:sldChg>
      <pc:sldChg chg="modSp del">
        <pc:chgData name="유예나" userId="56804d69-2be5-4f9a-85f3-71ac819806f9" providerId="ADAL" clId="{58D894AC-7E04-41DB-A3C3-482DED13BEE6}" dt="2024-01-25T06:05:49.236" v="1358" actId="47"/>
        <pc:sldMkLst>
          <pc:docMk/>
          <pc:sldMk cId="3517883761" sldId="556"/>
        </pc:sldMkLst>
      </pc:sldChg>
      <pc:sldChg chg="modSp del mod">
        <pc:chgData name="유예나" userId="56804d69-2be5-4f9a-85f3-71ac819806f9" providerId="ADAL" clId="{58D894AC-7E04-41DB-A3C3-482DED13BEE6}" dt="2024-01-25T06:06:36.044" v="1362" actId="47"/>
        <pc:sldMkLst>
          <pc:docMk/>
          <pc:sldMk cId="233206155" sldId="558"/>
        </pc:sldMkLst>
      </pc:sldChg>
      <pc:sldChg chg="del">
        <pc:chgData name="유예나" userId="56804d69-2be5-4f9a-85f3-71ac819806f9" providerId="ADAL" clId="{58D894AC-7E04-41DB-A3C3-482DED13BEE6}" dt="2024-01-25T02:50:25.728" v="12" actId="47"/>
        <pc:sldMkLst>
          <pc:docMk/>
          <pc:sldMk cId="2171770823" sldId="563"/>
        </pc:sldMkLst>
      </pc:sldChg>
      <pc:sldChg chg="addSp delSp modSp add del mod modClrScheme chgLayout">
        <pc:chgData name="유예나" userId="56804d69-2be5-4f9a-85f3-71ac819806f9" providerId="ADAL" clId="{58D894AC-7E04-41DB-A3C3-482DED13BEE6}" dt="2024-02-22T01:17:22.672" v="9644"/>
        <pc:sldMkLst>
          <pc:docMk/>
          <pc:sldMk cId="1980706912" sldId="564"/>
        </pc:sldMkLst>
      </pc:sldChg>
      <pc:sldChg chg="modSp del">
        <pc:chgData name="유예나" userId="56804d69-2be5-4f9a-85f3-71ac819806f9" providerId="ADAL" clId="{58D894AC-7E04-41DB-A3C3-482DED13BEE6}" dt="2024-01-25T06:11:23.618" v="1433" actId="47"/>
        <pc:sldMkLst>
          <pc:docMk/>
          <pc:sldMk cId="3231433883" sldId="566"/>
        </pc:sldMkLst>
      </pc:sldChg>
      <pc:sldChg chg="modSp add del">
        <pc:chgData name="유예나" userId="56804d69-2be5-4f9a-85f3-71ac819806f9" providerId="ADAL" clId="{58D894AC-7E04-41DB-A3C3-482DED13BEE6}" dt="2024-01-25T06:12:27.934" v="1439" actId="47"/>
        <pc:sldMkLst>
          <pc:docMk/>
          <pc:sldMk cId="119742174" sldId="567"/>
        </pc:sldMkLst>
      </pc:sldChg>
      <pc:sldChg chg="modSp del mod">
        <pc:chgData name="유예나" userId="56804d69-2be5-4f9a-85f3-71ac819806f9" providerId="ADAL" clId="{58D894AC-7E04-41DB-A3C3-482DED13BEE6}" dt="2024-01-25T06:13:06.388" v="1442" actId="47"/>
        <pc:sldMkLst>
          <pc:docMk/>
          <pc:sldMk cId="1801486128" sldId="569"/>
        </pc:sldMkLst>
      </pc:sldChg>
      <pc:sldChg chg="modSp del">
        <pc:chgData name="유예나" userId="56804d69-2be5-4f9a-85f3-71ac819806f9" providerId="ADAL" clId="{58D894AC-7E04-41DB-A3C3-482DED13BEE6}" dt="2024-01-25T06:12:42.710" v="1440" actId="47"/>
        <pc:sldMkLst>
          <pc:docMk/>
          <pc:sldMk cId="2400166933" sldId="570"/>
        </pc:sldMkLst>
      </pc:sldChg>
      <pc:sldChg chg="addSp modSp mod">
        <pc:chgData name="유예나" userId="56804d69-2be5-4f9a-85f3-71ac819806f9" providerId="ADAL" clId="{58D894AC-7E04-41DB-A3C3-482DED13BEE6}" dt="2024-02-22T01:17:58.246" v="9646"/>
        <pc:sldMkLst>
          <pc:docMk/>
          <pc:sldMk cId="3602776546" sldId="571"/>
        </pc:sldMkLst>
      </pc:sldChg>
      <pc:sldChg chg="modSp del mod">
        <pc:chgData name="유예나" userId="56804d69-2be5-4f9a-85f3-71ac819806f9" providerId="ADAL" clId="{58D894AC-7E04-41DB-A3C3-482DED13BEE6}" dt="2024-01-25T07:13:11.444" v="1645" actId="47"/>
        <pc:sldMkLst>
          <pc:docMk/>
          <pc:sldMk cId="4133225825" sldId="572"/>
        </pc:sldMkLst>
      </pc:sldChg>
      <pc:sldChg chg="addSp delSp modSp mod">
        <pc:chgData name="유예나" userId="56804d69-2be5-4f9a-85f3-71ac819806f9" providerId="ADAL" clId="{58D894AC-7E04-41DB-A3C3-482DED13BEE6}" dt="2024-02-22T01:18:42.630" v="9647"/>
        <pc:sldMkLst>
          <pc:docMk/>
          <pc:sldMk cId="385961683" sldId="573"/>
        </pc:sldMkLst>
      </pc:sldChg>
      <pc:sldChg chg="modSp del">
        <pc:chgData name="유예나" userId="56804d69-2be5-4f9a-85f3-71ac819806f9" providerId="ADAL" clId="{58D894AC-7E04-41DB-A3C3-482DED13BEE6}" dt="2024-01-25T06:13:36.425" v="1443" actId="47"/>
        <pc:sldMkLst>
          <pc:docMk/>
          <pc:sldMk cId="4088079519" sldId="574"/>
        </pc:sldMkLst>
      </pc:sldChg>
      <pc:sldChg chg="addSp delSp modSp mod modClrScheme chgLayout">
        <pc:chgData name="유예나" userId="56804d69-2be5-4f9a-85f3-71ac819806f9" providerId="ADAL" clId="{58D894AC-7E04-41DB-A3C3-482DED13BEE6}" dt="2024-03-18T03:25:18.489" v="9823" actId="1076"/>
        <pc:sldMkLst>
          <pc:docMk/>
          <pc:sldMk cId="3495016331" sldId="575"/>
        </pc:sldMkLst>
      </pc:sldChg>
      <pc:sldChg chg="modSp del">
        <pc:chgData name="유예나" userId="56804d69-2be5-4f9a-85f3-71ac819806f9" providerId="ADAL" clId="{58D894AC-7E04-41DB-A3C3-482DED13BEE6}" dt="2024-01-25T07:30:53.075" v="1886" actId="47"/>
        <pc:sldMkLst>
          <pc:docMk/>
          <pc:sldMk cId="3599049979" sldId="576"/>
        </pc:sldMkLst>
      </pc:sldChg>
      <pc:sldChg chg="modSp del">
        <pc:chgData name="유예나" userId="56804d69-2be5-4f9a-85f3-71ac819806f9" providerId="ADAL" clId="{58D894AC-7E04-41DB-A3C3-482DED13BEE6}" dt="2024-01-25T07:13:14.729" v="1646" actId="47"/>
        <pc:sldMkLst>
          <pc:docMk/>
          <pc:sldMk cId="673371648" sldId="578"/>
        </pc:sldMkLst>
      </pc:sldChg>
      <pc:sldChg chg="modSp del">
        <pc:chgData name="유예나" userId="56804d69-2be5-4f9a-85f3-71ac819806f9" providerId="ADAL" clId="{58D894AC-7E04-41DB-A3C3-482DED13BEE6}" dt="2024-01-25T07:13:57.788" v="1647" actId="47"/>
        <pc:sldMkLst>
          <pc:docMk/>
          <pc:sldMk cId="2294851106" sldId="579"/>
        </pc:sldMkLst>
      </pc:sldChg>
      <pc:sldChg chg="modSp del">
        <pc:chgData name="유예나" userId="56804d69-2be5-4f9a-85f3-71ac819806f9" providerId="ADAL" clId="{58D894AC-7E04-41DB-A3C3-482DED13BEE6}" dt="2024-01-25T07:15:09.830" v="1648" actId="47"/>
        <pc:sldMkLst>
          <pc:docMk/>
          <pc:sldMk cId="3378296417" sldId="581"/>
        </pc:sldMkLst>
      </pc:sldChg>
      <pc:sldChg chg="modSp del">
        <pc:chgData name="유예나" userId="56804d69-2be5-4f9a-85f3-71ac819806f9" providerId="ADAL" clId="{58D894AC-7E04-41DB-A3C3-482DED13BEE6}" dt="2024-01-25T07:15:17.334" v="1649" actId="47"/>
        <pc:sldMkLst>
          <pc:docMk/>
          <pc:sldMk cId="2609786886" sldId="582"/>
        </pc:sldMkLst>
      </pc:sldChg>
      <pc:sldChg chg="modSp del mod">
        <pc:chgData name="유예나" userId="56804d69-2be5-4f9a-85f3-71ac819806f9" providerId="ADAL" clId="{58D894AC-7E04-41DB-A3C3-482DED13BEE6}" dt="2024-01-25T07:15:32.923" v="1651" actId="47"/>
        <pc:sldMkLst>
          <pc:docMk/>
          <pc:sldMk cId="2825788665" sldId="584"/>
        </pc:sldMkLst>
      </pc:sldChg>
      <pc:sldChg chg="modSp del">
        <pc:chgData name="유예나" userId="56804d69-2be5-4f9a-85f3-71ac819806f9" providerId="ADAL" clId="{58D894AC-7E04-41DB-A3C3-482DED13BEE6}" dt="2024-01-25T07:16:54.971" v="1652" actId="47"/>
        <pc:sldMkLst>
          <pc:docMk/>
          <pc:sldMk cId="1157375688" sldId="585"/>
        </pc:sldMkLst>
      </pc:sldChg>
      <pc:sldChg chg="modSp del mod">
        <pc:chgData name="유예나" userId="56804d69-2be5-4f9a-85f3-71ac819806f9" providerId="ADAL" clId="{58D894AC-7E04-41DB-A3C3-482DED13BEE6}" dt="2024-01-25T07:17:27.229" v="1654" actId="47"/>
        <pc:sldMkLst>
          <pc:docMk/>
          <pc:sldMk cId="329333909" sldId="586"/>
        </pc:sldMkLst>
      </pc:sldChg>
      <pc:sldChg chg="modSp del mod">
        <pc:chgData name="유예나" userId="56804d69-2be5-4f9a-85f3-71ac819806f9" providerId="ADAL" clId="{58D894AC-7E04-41DB-A3C3-482DED13BEE6}" dt="2024-01-25T23:39:31.815" v="3168" actId="47"/>
        <pc:sldMkLst>
          <pc:docMk/>
          <pc:sldMk cId="741781873" sldId="587"/>
        </pc:sldMkLst>
      </pc:sldChg>
      <pc:sldChg chg="modSp del mod">
        <pc:chgData name="유예나" userId="56804d69-2be5-4f9a-85f3-71ac819806f9" providerId="ADAL" clId="{58D894AC-7E04-41DB-A3C3-482DED13BEE6}" dt="2024-01-25T07:27:15.083" v="1873" actId="47"/>
        <pc:sldMkLst>
          <pc:docMk/>
          <pc:sldMk cId="36915440" sldId="588"/>
        </pc:sldMkLst>
      </pc:sldChg>
      <pc:sldChg chg="modSp del">
        <pc:chgData name="유예나" userId="56804d69-2be5-4f9a-85f3-71ac819806f9" providerId="ADAL" clId="{58D894AC-7E04-41DB-A3C3-482DED13BEE6}" dt="2024-01-25T07:27:14.098" v="1872" actId="47"/>
        <pc:sldMkLst>
          <pc:docMk/>
          <pc:sldMk cId="3849695259" sldId="589"/>
        </pc:sldMkLst>
      </pc:sldChg>
      <pc:sldChg chg="addSp delSp modSp mod ord modClrScheme chgLayout">
        <pc:chgData name="유예나" userId="56804d69-2be5-4f9a-85f3-71ac819806f9" providerId="ADAL" clId="{58D894AC-7E04-41DB-A3C3-482DED13BEE6}" dt="2024-02-22T01:21:36.722" v="9693"/>
        <pc:sldMkLst>
          <pc:docMk/>
          <pc:sldMk cId="4238778860" sldId="590"/>
        </pc:sldMkLst>
      </pc:sldChg>
      <pc:sldChg chg="addSp delSp modSp mod">
        <pc:chgData name="유예나" userId="56804d69-2be5-4f9a-85f3-71ac819806f9" providerId="ADAL" clId="{58D894AC-7E04-41DB-A3C3-482DED13BEE6}" dt="2024-02-22T01:21:39.521" v="9694"/>
        <pc:sldMkLst>
          <pc:docMk/>
          <pc:sldMk cId="1071020693" sldId="591"/>
        </pc:sldMkLst>
      </pc:sldChg>
      <pc:sldChg chg="modSp del mod">
        <pc:chgData name="유예나" userId="56804d69-2be5-4f9a-85f3-71ac819806f9" providerId="ADAL" clId="{58D894AC-7E04-41DB-A3C3-482DED13BEE6}" dt="2024-01-25T07:27:28.342" v="1875" actId="47"/>
        <pc:sldMkLst>
          <pc:docMk/>
          <pc:sldMk cId="2240836164" sldId="594"/>
        </pc:sldMkLst>
      </pc:sldChg>
      <pc:sldChg chg="modSp del">
        <pc:chgData name="유예나" userId="56804d69-2be5-4f9a-85f3-71ac819806f9" providerId="ADAL" clId="{58D894AC-7E04-41DB-A3C3-482DED13BEE6}" dt="2024-01-25T07:28:12.989" v="1876" actId="47"/>
        <pc:sldMkLst>
          <pc:docMk/>
          <pc:sldMk cId="2947552835" sldId="595"/>
        </pc:sldMkLst>
      </pc:sldChg>
      <pc:sldChg chg="modSp del">
        <pc:chgData name="유예나" userId="56804d69-2be5-4f9a-85f3-71ac819806f9" providerId="ADAL" clId="{58D894AC-7E04-41DB-A3C3-482DED13BEE6}" dt="2024-01-25T07:28:45.715" v="1879" actId="47"/>
        <pc:sldMkLst>
          <pc:docMk/>
          <pc:sldMk cId="1482496474" sldId="596"/>
        </pc:sldMkLst>
      </pc:sldChg>
      <pc:sldChg chg="modSp del">
        <pc:chgData name="유예나" userId="56804d69-2be5-4f9a-85f3-71ac819806f9" providerId="ADAL" clId="{58D894AC-7E04-41DB-A3C3-482DED13BEE6}" dt="2024-01-25T07:29:28.421" v="1880" actId="47"/>
        <pc:sldMkLst>
          <pc:docMk/>
          <pc:sldMk cId="598099183" sldId="598"/>
        </pc:sldMkLst>
      </pc:sldChg>
      <pc:sldChg chg="modSp del">
        <pc:chgData name="유예나" userId="56804d69-2be5-4f9a-85f3-71ac819806f9" providerId="ADAL" clId="{58D894AC-7E04-41DB-A3C3-482DED13BEE6}" dt="2024-01-25T07:30:15.743" v="1884" actId="47"/>
        <pc:sldMkLst>
          <pc:docMk/>
          <pc:sldMk cId="988854096" sldId="601"/>
        </pc:sldMkLst>
      </pc:sldChg>
      <pc:sldChg chg="modSp del">
        <pc:chgData name="유예나" userId="56804d69-2be5-4f9a-85f3-71ac819806f9" providerId="ADAL" clId="{58D894AC-7E04-41DB-A3C3-482DED13BEE6}" dt="2024-01-25T07:30:17.231" v="1885" actId="47"/>
        <pc:sldMkLst>
          <pc:docMk/>
          <pc:sldMk cId="3396938896" sldId="602"/>
        </pc:sldMkLst>
      </pc:sldChg>
      <pc:sldChg chg="modSp del">
        <pc:chgData name="유예나" userId="56804d69-2be5-4f9a-85f3-71ac819806f9" providerId="ADAL" clId="{58D894AC-7E04-41DB-A3C3-482DED13BEE6}" dt="2024-01-25T07:30:53.787" v="1887" actId="47"/>
        <pc:sldMkLst>
          <pc:docMk/>
          <pc:sldMk cId="1722505003" sldId="603"/>
        </pc:sldMkLst>
      </pc:sldChg>
      <pc:sldChg chg="modSp del">
        <pc:chgData name="유예나" userId="56804d69-2be5-4f9a-85f3-71ac819806f9" providerId="ADAL" clId="{58D894AC-7E04-41DB-A3C3-482DED13BEE6}" dt="2024-01-25T07:58:49.776" v="2582" actId="47"/>
        <pc:sldMkLst>
          <pc:docMk/>
          <pc:sldMk cId="2199069963" sldId="604"/>
        </pc:sldMkLst>
      </pc:sldChg>
      <pc:sldChg chg="modSp del">
        <pc:chgData name="유예나" userId="56804d69-2be5-4f9a-85f3-71ac819806f9" providerId="ADAL" clId="{58D894AC-7E04-41DB-A3C3-482DED13BEE6}" dt="2024-01-25T07:31:10.235" v="1888" actId="47"/>
        <pc:sldMkLst>
          <pc:docMk/>
          <pc:sldMk cId="1126765662" sldId="605"/>
        </pc:sldMkLst>
      </pc:sldChg>
      <pc:sldChg chg="modSp mod">
        <pc:chgData name="유예나" userId="56804d69-2be5-4f9a-85f3-71ac819806f9" providerId="ADAL" clId="{58D894AC-7E04-41DB-A3C3-482DED13BEE6}" dt="2024-01-25T07:31:43.263" v="1889"/>
        <pc:sldMkLst>
          <pc:docMk/>
          <pc:sldMk cId="796643270" sldId="606"/>
        </pc:sldMkLst>
      </pc:sldChg>
      <pc:sldChg chg="addSp delSp modSp del mod">
        <pc:chgData name="유예나" userId="56804d69-2be5-4f9a-85f3-71ac819806f9" providerId="ADAL" clId="{58D894AC-7E04-41DB-A3C3-482DED13BEE6}" dt="2024-01-25T23:22:06.131" v="2908" actId="47"/>
        <pc:sldMkLst>
          <pc:docMk/>
          <pc:sldMk cId="3430583735" sldId="607"/>
        </pc:sldMkLst>
      </pc:sldChg>
      <pc:sldChg chg="delSp modSp mod">
        <pc:chgData name="유예나" userId="56804d69-2be5-4f9a-85f3-71ac819806f9" providerId="ADAL" clId="{58D894AC-7E04-41DB-A3C3-482DED13BEE6}" dt="2024-01-29T04:56:57.802" v="9371"/>
        <pc:sldMkLst>
          <pc:docMk/>
          <pc:sldMk cId="4162283836" sldId="608"/>
        </pc:sldMkLst>
      </pc:sldChg>
      <pc:sldChg chg="modSp del mod">
        <pc:chgData name="유예나" userId="56804d69-2be5-4f9a-85f3-71ac819806f9" providerId="ADAL" clId="{58D894AC-7E04-41DB-A3C3-482DED13BEE6}" dt="2024-01-25T23:22:24.587" v="2911" actId="47"/>
        <pc:sldMkLst>
          <pc:docMk/>
          <pc:sldMk cId="3656245582" sldId="609"/>
        </pc:sldMkLst>
      </pc:sldChg>
      <pc:sldChg chg="modSp del">
        <pc:chgData name="유예나" userId="56804d69-2be5-4f9a-85f3-71ac819806f9" providerId="ADAL" clId="{58D894AC-7E04-41DB-A3C3-482DED13BEE6}" dt="2024-01-25T23:22:09.571" v="2909" actId="47"/>
        <pc:sldMkLst>
          <pc:docMk/>
          <pc:sldMk cId="2102393839" sldId="610"/>
        </pc:sldMkLst>
      </pc:sldChg>
      <pc:sldChg chg="modSp del">
        <pc:chgData name="유예나" userId="56804d69-2be5-4f9a-85f3-71ac819806f9" providerId="ADAL" clId="{58D894AC-7E04-41DB-A3C3-482DED13BEE6}" dt="2024-01-25T08:06:23.777" v="2685" actId="47"/>
        <pc:sldMkLst>
          <pc:docMk/>
          <pc:sldMk cId="1131879040" sldId="613"/>
        </pc:sldMkLst>
      </pc:sldChg>
      <pc:sldChg chg="addSp delSp modSp mod">
        <pc:chgData name="유예나" userId="56804d69-2be5-4f9a-85f3-71ac819806f9" providerId="ADAL" clId="{58D894AC-7E04-41DB-A3C3-482DED13BEE6}" dt="2024-01-26T03:23:09.543" v="6830" actId="113"/>
        <pc:sldMkLst>
          <pc:docMk/>
          <pc:sldMk cId="4131567675" sldId="615"/>
        </pc:sldMkLst>
      </pc:sldChg>
      <pc:sldChg chg="modSp add del">
        <pc:chgData name="유예나" userId="56804d69-2be5-4f9a-85f3-71ac819806f9" providerId="ADAL" clId="{58D894AC-7E04-41DB-A3C3-482DED13BEE6}" dt="2024-01-25T08:06:22.896" v="2684" actId="47"/>
        <pc:sldMkLst>
          <pc:docMk/>
          <pc:sldMk cId="1737289684" sldId="617"/>
        </pc:sldMkLst>
      </pc:sldChg>
      <pc:sldChg chg="addSp delSp modSp mod delCm">
        <pc:chgData name="유예나" userId="56804d69-2be5-4f9a-85f3-71ac819806f9" providerId="ADAL" clId="{58D894AC-7E04-41DB-A3C3-482DED13BEE6}" dt="2024-02-22T01:24:57.014" v="9786"/>
        <pc:sldMkLst>
          <pc:docMk/>
          <pc:sldMk cId="2395288267" sldId="619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유예나" userId="56804d69-2be5-4f9a-85f3-71ac819806f9" providerId="ADAL" clId="{58D894AC-7E04-41DB-A3C3-482DED13BEE6}" dt="2024-02-01T08:30:06.434" v="9584"/>
              <pc2:cmMkLst xmlns:pc2="http://schemas.microsoft.com/office/powerpoint/2019/9/main/command">
                <pc:docMk/>
                <pc:sldMk cId="2395288267" sldId="619"/>
                <pc2:cmMk id="{1EC45D9B-8325-4799-AE97-33E7453EFC68}"/>
              </pc2:cmMkLst>
            </pc226:cmChg>
          </p:ext>
        </pc:extLst>
      </pc:sldChg>
      <pc:sldChg chg="addSp delSp modSp mod">
        <pc:chgData name="유예나" userId="56804d69-2be5-4f9a-85f3-71ac819806f9" providerId="ADAL" clId="{58D894AC-7E04-41DB-A3C3-482DED13BEE6}" dt="2024-02-22T01:25:06.461" v="9797" actId="20577"/>
        <pc:sldMkLst>
          <pc:docMk/>
          <pc:sldMk cId="1695742282" sldId="620"/>
        </pc:sldMkLst>
      </pc:sldChg>
      <pc:sldChg chg="addSp delSp modSp mod">
        <pc:chgData name="유예나" userId="56804d69-2be5-4f9a-85f3-71ac819806f9" providerId="ADAL" clId="{58D894AC-7E04-41DB-A3C3-482DED13BEE6}" dt="2024-02-22T01:22:44.882" v="9700"/>
        <pc:sldMkLst>
          <pc:docMk/>
          <pc:sldMk cId="3070541765" sldId="621"/>
        </pc:sldMkLst>
      </pc:sldChg>
      <pc:sldChg chg="modSp mod">
        <pc:chgData name="유예나" userId="56804d69-2be5-4f9a-85f3-71ac819806f9" providerId="ADAL" clId="{58D894AC-7E04-41DB-A3C3-482DED13BEE6}" dt="2024-01-25T07:55:02.066" v="2521" actId="20577"/>
        <pc:sldMkLst>
          <pc:docMk/>
          <pc:sldMk cId="4288679465" sldId="623"/>
        </pc:sldMkLst>
      </pc:sldChg>
      <pc:sldChg chg="addSp delSp modSp mod modClrScheme chgLayout">
        <pc:chgData name="유예나" userId="56804d69-2be5-4f9a-85f3-71ac819806f9" providerId="ADAL" clId="{58D894AC-7E04-41DB-A3C3-482DED13BEE6}" dt="2024-01-29T04:56:57.802" v="9371"/>
        <pc:sldMkLst>
          <pc:docMk/>
          <pc:sldMk cId="150653922" sldId="624"/>
        </pc:sldMkLst>
      </pc:sldChg>
      <pc:sldChg chg="addSp delSp modSp mod modClrScheme chgLayout">
        <pc:chgData name="유예나" userId="56804d69-2be5-4f9a-85f3-71ac819806f9" providerId="ADAL" clId="{58D894AC-7E04-41DB-A3C3-482DED13BEE6}" dt="2024-01-29T05:17:33.576" v="9381"/>
        <pc:sldMkLst>
          <pc:docMk/>
          <pc:sldMk cId="1072898210" sldId="627"/>
        </pc:sldMkLst>
      </pc:sldChg>
      <pc:sldChg chg="modSp del mod">
        <pc:chgData name="유예나" userId="56804d69-2be5-4f9a-85f3-71ac819806f9" providerId="ADAL" clId="{58D894AC-7E04-41DB-A3C3-482DED13BEE6}" dt="2024-01-25T07:39:59.423" v="2307" actId="47"/>
        <pc:sldMkLst>
          <pc:docMk/>
          <pc:sldMk cId="2607427393" sldId="628"/>
        </pc:sldMkLst>
      </pc:sldChg>
      <pc:sldChg chg="modSp del mod">
        <pc:chgData name="유예나" userId="56804d69-2be5-4f9a-85f3-71ac819806f9" providerId="ADAL" clId="{58D894AC-7E04-41DB-A3C3-482DED13BEE6}" dt="2024-01-25T07:55:37.358" v="2527" actId="47"/>
        <pc:sldMkLst>
          <pc:docMk/>
          <pc:sldMk cId="2302769442" sldId="1029"/>
        </pc:sldMkLst>
      </pc:sldChg>
      <pc:sldChg chg="modSp del">
        <pc:chgData name="유예나" userId="56804d69-2be5-4f9a-85f3-71ac819806f9" providerId="ADAL" clId="{58D894AC-7E04-41DB-A3C3-482DED13BEE6}" dt="2024-01-25T07:55:58.259" v="2528" actId="47"/>
        <pc:sldMkLst>
          <pc:docMk/>
          <pc:sldMk cId="1958885580" sldId="1030"/>
        </pc:sldMkLst>
      </pc:sldChg>
      <pc:sldChg chg="modSp del">
        <pc:chgData name="유예나" userId="56804d69-2be5-4f9a-85f3-71ac819806f9" providerId="ADAL" clId="{58D894AC-7E04-41DB-A3C3-482DED13BEE6}" dt="2024-01-25T07:55:58.259" v="2528" actId="47"/>
        <pc:sldMkLst>
          <pc:docMk/>
          <pc:sldMk cId="1033232044" sldId="1031"/>
        </pc:sldMkLst>
      </pc:sldChg>
      <pc:sldChg chg="delSp modSp del mod">
        <pc:chgData name="유예나" userId="56804d69-2be5-4f9a-85f3-71ac819806f9" providerId="ADAL" clId="{58D894AC-7E04-41DB-A3C3-482DED13BEE6}" dt="2024-01-25T23:25:15.088" v="2927" actId="47"/>
        <pc:sldMkLst>
          <pc:docMk/>
          <pc:sldMk cId="2885674728" sldId="1032"/>
        </pc:sldMkLst>
      </pc:sldChg>
      <pc:sldChg chg="modSp del mod">
        <pc:chgData name="유예나" userId="56804d69-2be5-4f9a-85f3-71ac819806f9" providerId="ADAL" clId="{58D894AC-7E04-41DB-A3C3-482DED13BEE6}" dt="2024-01-25T02:45:38.861" v="10" actId="47"/>
        <pc:sldMkLst>
          <pc:docMk/>
          <pc:sldMk cId="1975740296" sldId="1033"/>
        </pc:sldMkLst>
      </pc:sldChg>
      <pc:sldChg chg="modSp add del mod">
        <pc:chgData name="유예나" userId="56804d69-2be5-4f9a-85f3-71ac819806f9" providerId="ADAL" clId="{58D894AC-7E04-41DB-A3C3-482DED13BEE6}" dt="2024-01-25T05:51:08.619" v="1201" actId="47"/>
        <pc:sldMkLst>
          <pc:docMk/>
          <pc:sldMk cId="1788829101" sldId="1034"/>
        </pc:sldMkLst>
      </pc:sldChg>
      <pc:sldChg chg="modSp del mod">
        <pc:chgData name="유예나" userId="56804d69-2be5-4f9a-85f3-71ac819806f9" providerId="ADAL" clId="{58D894AC-7E04-41DB-A3C3-482DED13BEE6}" dt="2024-01-25T05:51:34.960" v="1202" actId="47"/>
        <pc:sldMkLst>
          <pc:docMk/>
          <pc:sldMk cId="1071856016" sldId="1035"/>
        </pc:sldMkLst>
      </pc:sldChg>
      <pc:sldChg chg="modSp del mod">
        <pc:chgData name="유예나" userId="56804d69-2be5-4f9a-85f3-71ac819806f9" providerId="ADAL" clId="{58D894AC-7E04-41DB-A3C3-482DED13BEE6}" dt="2024-01-25T07:28:27.138" v="1878" actId="47"/>
        <pc:sldMkLst>
          <pc:docMk/>
          <pc:sldMk cId="3154274218" sldId="1036"/>
        </pc:sldMkLst>
      </pc:sldChg>
      <pc:sldChg chg="addSp delSp modSp add del mod modShow delCm">
        <pc:chgData name="유예나" userId="56804d69-2be5-4f9a-85f3-71ac819806f9" providerId="ADAL" clId="{58D894AC-7E04-41DB-A3C3-482DED13BEE6}" dt="2024-02-22T01:27:43.635" v="9808"/>
        <pc:sldMkLst>
          <pc:docMk/>
          <pc:sldMk cId="3211156367" sldId="1037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유예나" userId="56804d69-2be5-4f9a-85f3-71ac819806f9" providerId="ADAL" clId="{58D894AC-7E04-41DB-A3C3-482DED13BEE6}" dt="2024-02-01T08:33:21.962" v="9586"/>
              <pc2:cmMkLst xmlns:pc2="http://schemas.microsoft.com/office/powerpoint/2019/9/main/command">
                <pc:docMk/>
                <pc:sldMk cId="3211156367" sldId="1037"/>
                <pc2:cmMk id="{C3306C93-E335-4840-BE9F-09219CE1195C}"/>
              </pc2:cmMkLst>
            </pc226:cmChg>
          </p:ext>
        </pc:extLst>
      </pc:sldChg>
      <pc:sldChg chg="addSp modSp mod">
        <pc:chgData name="유예나" userId="56804d69-2be5-4f9a-85f3-71ac819806f9" providerId="ADAL" clId="{58D894AC-7E04-41DB-A3C3-482DED13BEE6}" dt="2024-02-22T01:27:48.636" v="9809"/>
        <pc:sldMkLst>
          <pc:docMk/>
          <pc:sldMk cId="2165793030" sldId="1038"/>
        </pc:sldMkLst>
      </pc:sldChg>
      <pc:sldChg chg="modSp add del mod ord">
        <pc:chgData name="유예나" userId="56804d69-2be5-4f9a-85f3-71ac819806f9" providerId="ADAL" clId="{58D894AC-7E04-41DB-A3C3-482DED13BEE6}" dt="2024-01-25T05:39:30.280" v="1099" actId="47"/>
        <pc:sldMkLst>
          <pc:docMk/>
          <pc:sldMk cId="3066180551" sldId="1039"/>
        </pc:sldMkLst>
      </pc:sldChg>
      <pc:sldChg chg="addSp delSp modSp add del mod ord modClrScheme chgLayout">
        <pc:chgData name="유예나" userId="56804d69-2be5-4f9a-85f3-71ac819806f9" providerId="ADAL" clId="{58D894AC-7E04-41DB-A3C3-482DED13BEE6}" dt="2024-01-26T02:02:30.701" v="4856"/>
        <pc:sldMkLst>
          <pc:docMk/>
          <pc:sldMk cId="3281049538" sldId="1040"/>
        </pc:sldMkLst>
      </pc:sldChg>
      <pc:sldChg chg="addSp delSp modSp add mod ord">
        <pc:chgData name="유예나" userId="56804d69-2be5-4f9a-85f3-71ac819806f9" providerId="ADAL" clId="{58D894AC-7E04-41DB-A3C3-482DED13BEE6}" dt="2024-02-22T01:07:22.953" v="9613"/>
        <pc:sldMkLst>
          <pc:docMk/>
          <pc:sldMk cId="934027525" sldId="1041"/>
        </pc:sldMkLst>
      </pc:sldChg>
      <pc:sldChg chg="addSp delSp modSp add del mod">
        <pc:chgData name="유예나" userId="56804d69-2be5-4f9a-85f3-71ac819806f9" providerId="ADAL" clId="{58D894AC-7E04-41DB-A3C3-482DED13BEE6}" dt="2024-01-25T04:27:41.680" v="463" actId="2696"/>
        <pc:sldMkLst>
          <pc:docMk/>
          <pc:sldMk cId="4238965985" sldId="1041"/>
        </pc:sldMkLst>
      </pc:sldChg>
      <pc:sldChg chg="add del">
        <pc:chgData name="유예나" userId="56804d69-2be5-4f9a-85f3-71ac819806f9" providerId="ADAL" clId="{58D894AC-7E04-41DB-A3C3-482DED13BEE6}" dt="2024-01-25T04:28:23.507" v="484"/>
        <pc:sldMkLst>
          <pc:docMk/>
          <pc:sldMk cId="780568479" sldId="1042"/>
        </pc:sldMkLst>
      </pc:sldChg>
      <pc:sldChg chg="addSp modSp add mod">
        <pc:chgData name="유예나" userId="56804d69-2be5-4f9a-85f3-71ac819806f9" providerId="ADAL" clId="{58D894AC-7E04-41DB-A3C3-482DED13BEE6}" dt="2024-02-22T01:07:29.246" v="9614"/>
        <pc:sldMkLst>
          <pc:docMk/>
          <pc:sldMk cId="3374592514" sldId="1042"/>
        </pc:sldMkLst>
      </pc:sldChg>
      <pc:sldChg chg="addSp delSp modSp add del mod">
        <pc:chgData name="유예나" userId="56804d69-2be5-4f9a-85f3-71ac819806f9" providerId="ADAL" clId="{58D894AC-7E04-41DB-A3C3-482DED13BEE6}" dt="2024-01-25T05:28:24.145" v="926" actId="47"/>
        <pc:sldMkLst>
          <pc:docMk/>
          <pc:sldMk cId="980306274" sldId="1043"/>
        </pc:sldMkLst>
      </pc:sldChg>
      <pc:sldChg chg="addSp delSp modSp add mod">
        <pc:chgData name="유예나" userId="56804d69-2be5-4f9a-85f3-71ac819806f9" providerId="ADAL" clId="{58D894AC-7E04-41DB-A3C3-482DED13BEE6}" dt="2024-02-01T04:40:26.112" v="9412"/>
        <pc:sldMkLst>
          <pc:docMk/>
          <pc:sldMk cId="1206148496" sldId="1043"/>
        </pc:sldMkLst>
      </pc:sldChg>
      <pc:sldChg chg="add del">
        <pc:chgData name="유예나" userId="56804d69-2be5-4f9a-85f3-71ac819806f9" providerId="ADAL" clId="{58D894AC-7E04-41DB-A3C3-482DED13BEE6}" dt="2024-01-25T04:28:37.917" v="487"/>
        <pc:sldMkLst>
          <pc:docMk/>
          <pc:sldMk cId="4216246679" sldId="1043"/>
        </pc:sldMkLst>
      </pc:sldChg>
      <pc:sldChg chg="modSp add mod">
        <pc:chgData name="유예나" userId="56804d69-2be5-4f9a-85f3-71ac819806f9" providerId="ADAL" clId="{58D894AC-7E04-41DB-A3C3-482DED13BEE6}" dt="2024-01-25T05:44:54.161" v="1172" actId="14100"/>
        <pc:sldMkLst>
          <pc:docMk/>
          <pc:sldMk cId="2511971781" sldId="1044"/>
        </pc:sldMkLst>
      </pc:sldChg>
      <pc:sldChg chg="modSp add del mod modShow">
        <pc:chgData name="유예나" userId="56804d69-2be5-4f9a-85f3-71ac819806f9" providerId="ADAL" clId="{58D894AC-7E04-41DB-A3C3-482DED13BEE6}" dt="2024-01-26T00:36:04.541" v="3894" actId="47"/>
        <pc:sldMkLst>
          <pc:docMk/>
          <pc:sldMk cId="3066180551" sldId="1134"/>
        </pc:sldMkLst>
      </pc:sldChg>
      <pc:sldChg chg="addSp delSp modSp add mod modClrScheme chgLayout">
        <pc:chgData name="유예나" userId="56804d69-2be5-4f9a-85f3-71ac819806f9" providerId="ADAL" clId="{58D894AC-7E04-41DB-A3C3-482DED13BEE6}" dt="2024-02-22T01:08:25.700" v="9615"/>
        <pc:sldMkLst>
          <pc:docMk/>
          <pc:sldMk cId="4210981718" sldId="1135"/>
        </pc:sldMkLst>
      </pc:sldChg>
      <pc:sldChg chg="addSp delSp modSp add mod ord">
        <pc:chgData name="유예나" userId="56804d69-2be5-4f9a-85f3-71ac819806f9" providerId="ADAL" clId="{58D894AC-7E04-41DB-A3C3-482DED13BEE6}" dt="2024-01-26T00:56:31.790" v="4161" actId="20577"/>
        <pc:sldMkLst>
          <pc:docMk/>
          <pc:sldMk cId="1387588116" sldId="1136"/>
        </pc:sldMkLst>
      </pc:sldChg>
      <pc:sldChg chg="addSp delSp modSp add mod">
        <pc:chgData name="유예나" userId="56804d69-2be5-4f9a-85f3-71ac819806f9" providerId="ADAL" clId="{58D894AC-7E04-41DB-A3C3-482DED13BEE6}" dt="2024-02-01T08:26:18.212" v="9577" actId="21"/>
        <pc:sldMkLst>
          <pc:docMk/>
          <pc:sldMk cId="623035183" sldId="1137"/>
        </pc:sldMkLst>
      </pc:sldChg>
      <pc:sldChg chg="add del">
        <pc:chgData name="유예나" userId="56804d69-2be5-4f9a-85f3-71ac819806f9" providerId="ADAL" clId="{58D894AC-7E04-41DB-A3C3-482DED13BEE6}" dt="2024-01-25T08:07:29.456" v="2760"/>
        <pc:sldMkLst>
          <pc:docMk/>
          <pc:sldMk cId="810378040" sldId="1137"/>
        </pc:sldMkLst>
      </pc:sldChg>
      <pc:sldChg chg="delSp modSp add mod">
        <pc:chgData name="유예나" userId="56804d69-2be5-4f9a-85f3-71ac819806f9" providerId="ADAL" clId="{58D894AC-7E04-41DB-A3C3-482DED13BEE6}" dt="2024-01-26T00:50:59.165" v="4029" actId="20577"/>
        <pc:sldMkLst>
          <pc:docMk/>
          <pc:sldMk cId="1250604311" sldId="1138"/>
        </pc:sldMkLst>
      </pc:sldChg>
      <pc:sldChg chg="addSp delSp modSp add mod modShow">
        <pc:chgData name="유예나" userId="56804d69-2be5-4f9a-85f3-71ac819806f9" providerId="ADAL" clId="{58D894AC-7E04-41DB-A3C3-482DED13BEE6}" dt="2024-02-01T08:27:26.127" v="9578" actId="729"/>
        <pc:sldMkLst>
          <pc:docMk/>
          <pc:sldMk cId="663908857" sldId="1139"/>
        </pc:sldMkLst>
      </pc:sldChg>
      <pc:sldChg chg="addSp delSp modSp add mod modClrScheme chgLayout">
        <pc:chgData name="유예나" userId="56804d69-2be5-4f9a-85f3-71ac819806f9" providerId="ADAL" clId="{58D894AC-7E04-41DB-A3C3-482DED13BEE6}" dt="2024-01-26T05:50:00.312" v="7772"/>
        <pc:sldMkLst>
          <pc:docMk/>
          <pc:sldMk cId="1125729939" sldId="1140"/>
        </pc:sldMkLst>
      </pc:sldChg>
      <pc:sldChg chg="add del">
        <pc:chgData name="유예나" userId="56804d69-2be5-4f9a-85f3-71ac819806f9" providerId="ADAL" clId="{58D894AC-7E04-41DB-A3C3-482DED13BEE6}" dt="2024-01-26T00:52:51.605" v="4031" actId="2696"/>
        <pc:sldMkLst>
          <pc:docMk/>
          <pc:sldMk cId="815645811" sldId="1141"/>
        </pc:sldMkLst>
      </pc:sldChg>
      <pc:sldChg chg="addSp delSp modSp add mod">
        <pc:chgData name="유예나" userId="56804d69-2be5-4f9a-85f3-71ac819806f9" providerId="ADAL" clId="{58D894AC-7E04-41DB-A3C3-482DED13BEE6}" dt="2024-01-29T04:57:09.996" v="9372"/>
        <pc:sldMkLst>
          <pc:docMk/>
          <pc:sldMk cId="2558622888" sldId="1141"/>
        </pc:sldMkLst>
      </pc:sldChg>
      <pc:sldChg chg="addSp delSp modSp add mod">
        <pc:chgData name="유예나" userId="56804d69-2be5-4f9a-85f3-71ac819806f9" providerId="ADAL" clId="{58D894AC-7E04-41DB-A3C3-482DED13BEE6}" dt="2024-01-29T04:57:09.996" v="9372"/>
        <pc:sldMkLst>
          <pc:docMk/>
          <pc:sldMk cId="1706337745" sldId="1142"/>
        </pc:sldMkLst>
      </pc:sldChg>
      <pc:sldChg chg="addSp delSp modSp add mod ord">
        <pc:chgData name="유예나" userId="56804d69-2be5-4f9a-85f3-71ac819806f9" providerId="ADAL" clId="{58D894AC-7E04-41DB-A3C3-482DED13BEE6}" dt="2024-01-29T04:57:09.996" v="9372"/>
        <pc:sldMkLst>
          <pc:docMk/>
          <pc:sldMk cId="3572331913" sldId="1143"/>
        </pc:sldMkLst>
      </pc:sldChg>
      <pc:sldChg chg="addSp delSp modSp add mod ord">
        <pc:chgData name="유예나" userId="56804d69-2be5-4f9a-85f3-71ac819806f9" providerId="ADAL" clId="{58D894AC-7E04-41DB-A3C3-482DED13BEE6}" dt="2024-01-29T04:57:09.996" v="9372"/>
        <pc:sldMkLst>
          <pc:docMk/>
          <pc:sldMk cId="262220450" sldId="1144"/>
        </pc:sldMkLst>
      </pc:sldChg>
      <pc:sldChg chg="modSp add mod ord">
        <pc:chgData name="유예나" userId="56804d69-2be5-4f9a-85f3-71ac819806f9" providerId="ADAL" clId="{58D894AC-7E04-41DB-A3C3-482DED13BEE6}" dt="2024-01-29T03:23:15.741" v="7981"/>
        <pc:sldMkLst>
          <pc:docMk/>
          <pc:sldMk cId="1888863985" sldId="1145"/>
        </pc:sldMkLst>
      </pc:sldChg>
      <pc:sldChg chg="addSp delSp modSp add mod ord">
        <pc:chgData name="유예나" userId="56804d69-2be5-4f9a-85f3-71ac819806f9" providerId="ADAL" clId="{58D894AC-7E04-41DB-A3C3-482DED13BEE6}" dt="2024-02-22T01:13:21.087" v="9630"/>
        <pc:sldMkLst>
          <pc:docMk/>
          <pc:sldMk cId="2327049963" sldId="1146"/>
        </pc:sldMkLst>
      </pc:sldChg>
      <pc:sldChg chg="addSp delSp modSp add mod">
        <pc:chgData name="유예나" userId="56804d69-2be5-4f9a-85f3-71ac819806f9" providerId="ADAL" clId="{58D894AC-7E04-41DB-A3C3-482DED13BEE6}" dt="2024-01-29T04:57:09.996" v="9372"/>
        <pc:sldMkLst>
          <pc:docMk/>
          <pc:sldMk cId="2761166033" sldId="1147"/>
        </pc:sldMkLst>
      </pc:sldChg>
      <pc:sldChg chg="add del">
        <pc:chgData name="유예나" userId="56804d69-2be5-4f9a-85f3-71ac819806f9" providerId="ADAL" clId="{58D894AC-7E04-41DB-A3C3-482DED13BEE6}" dt="2024-01-26T01:51:45.750" v="4708" actId="47"/>
        <pc:sldMkLst>
          <pc:docMk/>
          <pc:sldMk cId="4044811313" sldId="1148"/>
        </pc:sldMkLst>
      </pc:sldChg>
      <pc:sldChg chg="addSp delSp modSp add mod">
        <pc:chgData name="유예나" userId="56804d69-2be5-4f9a-85f3-71ac819806f9" providerId="ADAL" clId="{58D894AC-7E04-41DB-A3C3-482DED13BEE6}" dt="2024-02-22T01:13:21.692" v="9631"/>
        <pc:sldMkLst>
          <pc:docMk/>
          <pc:sldMk cId="1311671968" sldId="1149"/>
        </pc:sldMkLst>
      </pc:sldChg>
      <pc:sldChg chg="addSp delSp modSp add mod">
        <pc:chgData name="유예나" userId="56804d69-2be5-4f9a-85f3-71ac819806f9" providerId="ADAL" clId="{58D894AC-7E04-41DB-A3C3-482DED13BEE6}" dt="2024-01-29T04:57:09.996" v="9372"/>
        <pc:sldMkLst>
          <pc:docMk/>
          <pc:sldMk cId="3421321325" sldId="1150"/>
        </pc:sldMkLst>
      </pc:sldChg>
      <pc:sldChg chg="new del">
        <pc:chgData name="유예나" userId="56804d69-2be5-4f9a-85f3-71ac819806f9" providerId="ADAL" clId="{58D894AC-7E04-41DB-A3C3-482DED13BEE6}" dt="2024-01-26T01:52:13.615" v="4716" actId="680"/>
        <pc:sldMkLst>
          <pc:docMk/>
          <pc:sldMk cId="3855999388" sldId="1150"/>
        </pc:sldMkLst>
      </pc:sldChg>
      <pc:sldChg chg="addSp delSp modSp add mod">
        <pc:chgData name="유예나" userId="56804d69-2be5-4f9a-85f3-71ac819806f9" providerId="ADAL" clId="{58D894AC-7E04-41DB-A3C3-482DED13BEE6}" dt="2024-02-22T01:13:22.502" v="9632"/>
        <pc:sldMkLst>
          <pc:docMk/>
          <pc:sldMk cId="972474781" sldId="1151"/>
        </pc:sldMkLst>
      </pc:sldChg>
      <pc:sldChg chg="addSp delSp modSp add del mod">
        <pc:chgData name="유예나" userId="56804d69-2be5-4f9a-85f3-71ac819806f9" providerId="ADAL" clId="{58D894AC-7E04-41DB-A3C3-482DED13BEE6}" dt="2024-01-29T04:57:09.996" v="9372"/>
        <pc:sldMkLst>
          <pc:docMk/>
          <pc:sldMk cId="305826098" sldId="1152"/>
        </pc:sldMkLst>
      </pc:sldChg>
      <pc:sldChg chg="addSp delSp modSp add mod">
        <pc:chgData name="유예나" userId="56804d69-2be5-4f9a-85f3-71ac819806f9" providerId="ADAL" clId="{58D894AC-7E04-41DB-A3C3-482DED13BEE6}" dt="2024-02-22T01:13:23.605" v="9633"/>
        <pc:sldMkLst>
          <pc:docMk/>
          <pc:sldMk cId="1200824645" sldId="1153"/>
        </pc:sldMkLst>
      </pc:sldChg>
      <pc:sldChg chg="addSp delSp modSp add mod">
        <pc:chgData name="유예나" userId="56804d69-2be5-4f9a-85f3-71ac819806f9" providerId="ADAL" clId="{58D894AC-7E04-41DB-A3C3-482DED13BEE6}" dt="2024-01-29T04:57:09.996" v="9372"/>
        <pc:sldMkLst>
          <pc:docMk/>
          <pc:sldMk cId="1683603760" sldId="1154"/>
        </pc:sldMkLst>
      </pc:sldChg>
      <pc:sldChg chg="addSp delSp modSp add mod">
        <pc:chgData name="유예나" userId="56804d69-2be5-4f9a-85f3-71ac819806f9" providerId="ADAL" clId="{58D894AC-7E04-41DB-A3C3-482DED13BEE6}" dt="2024-02-22T01:14:21.091" v="9635"/>
        <pc:sldMkLst>
          <pc:docMk/>
          <pc:sldMk cId="1823643013" sldId="1155"/>
        </pc:sldMkLst>
      </pc:sldChg>
      <pc:sldChg chg="addSp delSp modSp add mod">
        <pc:chgData name="유예나" userId="56804d69-2be5-4f9a-85f3-71ac819806f9" providerId="ADAL" clId="{58D894AC-7E04-41DB-A3C3-482DED13BEE6}" dt="2024-01-29T04:57:09.996" v="9372"/>
        <pc:sldMkLst>
          <pc:docMk/>
          <pc:sldMk cId="2562245623" sldId="1156"/>
        </pc:sldMkLst>
      </pc:sldChg>
      <pc:sldChg chg="addSp delSp modSp add mod">
        <pc:chgData name="유예나" userId="56804d69-2be5-4f9a-85f3-71ac819806f9" providerId="ADAL" clId="{58D894AC-7E04-41DB-A3C3-482DED13BEE6}" dt="2024-02-22T01:14:22.138" v="9636"/>
        <pc:sldMkLst>
          <pc:docMk/>
          <pc:sldMk cId="682755460" sldId="1157"/>
        </pc:sldMkLst>
      </pc:sldChg>
      <pc:sldChg chg="modSp new add del mod ord">
        <pc:chgData name="유예나" userId="56804d69-2be5-4f9a-85f3-71ac819806f9" providerId="ADAL" clId="{58D894AC-7E04-41DB-A3C3-482DED13BEE6}" dt="2024-01-26T02:05:10.832" v="4875" actId="47"/>
        <pc:sldMkLst>
          <pc:docMk/>
          <pc:sldMk cId="3885881532" sldId="1158"/>
        </pc:sldMkLst>
      </pc:sldChg>
      <pc:sldChg chg="add del">
        <pc:chgData name="유예나" userId="56804d69-2be5-4f9a-85f3-71ac819806f9" providerId="ADAL" clId="{58D894AC-7E04-41DB-A3C3-482DED13BEE6}" dt="2024-01-26T02:04:38.080" v="4868" actId="47"/>
        <pc:sldMkLst>
          <pc:docMk/>
          <pc:sldMk cId="1760408449" sldId="1159"/>
        </pc:sldMkLst>
      </pc:sldChg>
      <pc:sldChg chg="delSp modSp add del mod">
        <pc:chgData name="유예나" userId="56804d69-2be5-4f9a-85f3-71ac819806f9" providerId="ADAL" clId="{58D894AC-7E04-41DB-A3C3-482DED13BEE6}" dt="2024-01-26T02:05:32.084" v="4883" actId="47"/>
        <pc:sldMkLst>
          <pc:docMk/>
          <pc:sldMk cId="3184352651" sldId="1159"/>
        </pc:sldMkLst>
      </pc:sldChg>
      <pc:sldChg chg="addSp delSp modSp add mod">
        <pc:chgData name="유예나" userId="56804d69-2be5-4f9a-85f3-71ac819806f9" providerId="ADAL" clId="{58D894AC-7E04-41DB-A3C3-482DED13BEE6}" dt="2024-01-29T04:57:09.996" v="9372"/>
        <pc:sldMkLst>
          <pc:docMk/>
          <pc:sldMk cId="2680392553" sldId="1160"/>
        </pc:sldMkLst>
      </pc:sldChg>
      <pc:sldChg chg="modSp add del mod">
        <pc:chgData name="유예나" userId="56804d69-2be5-4f9a-85f3-71ac819806f9" providerId="ADAL" clId="{58D894AC-7E04-41DB-A3C3-482DED13BEE6}" dt="2024-01-26T02:06:59.212" v="4914" actId="47"/>
        <pc:sldMkLst>
          <pc:docMk/>
          <pc:sldMk cId="611045925" sldId="1161"/>
        </pc:sldMkLst>
      </pc:sldChg>
      <pc:sldChg chg="addSp delSp modSp add mod">
        <pc:chgData name="유예나" userId="56804d69-2be5-4f9a-85f3-71ac819806f9" providerId="ADAL" clId="{58D894AC-7E04-41DB-A3C3-482DED13BEE6}" dt="2024-01-29T04:57:09.996" v="9372"/>
        <pc:sldMkLst>
          <pc:docMk/>
          <pc:sldMk cId="2712965967" sldId="1161"/>
        </pc:sldMkLst>
      </pc:sldChg>
      <pc:sldChg chg="new del">
        <pc:chgData name="유예나" userId="56804d69-2be5-4f9a-85f3-71ac819806f9" providerId="ADAL" clId="{58D894AC-7E04-41DB-A3C3-482DED13BEE6}" dt="2024-01-26T02:08:11.770" v="4943" actId="47"/>
        <pc:sldMkLst>
          <pc:docMk/>
          <pc:sldMk cId="3073298501" sldId="1161"/>
        </pc:sldMkLst>
      </pc:sldChg>
      <pc:sldChg chg="addSp delSp modSp add mod">
        <pc:chgData name="유예나" userId="56804d69-2be5-4f9a-85f3-71ac819806f9" providerId="ADAL" clId="{58D894AC-7E04-41DB-A3C3-482DED13BEE6}" dt="2024-02-22T01:15:23.025" v="9638"/>
        <pc:sldMkLst>
          <pc:docMk/>
          <pc:sldMk cId="231525656" sldId="1162"/>
        </pc:sldMkLst>
      </pc:sldChg>
      <pc:sldChg chg="addSp delSp modSp add mod">
        <pc:chgData name="유예나" userId="56804d69-2be5-4f9a-85f3-71ac819806f9" providerId="ADAL" clId="{58D894AC-7E04-41DB-A3C3-482DED13BEE6}" dt="2024-02-22T01:15:21.233" v="9637"/>
        <pc:sldMkLst>
          <pc:docMk/>
          <pc:sldMk cId="2744817805" sldId="1163"/>
        </pc:sldMkLst>
      </pc:sldChg>
      <pc:sldChg chg="addSp delSp modSp add mod">
        <pc:chgData name="유예나" userId="56804d69-2be5-4f9a-85f3-71ac819806f9" providerId="ADAL" clId="{58D894AC-7E04-41DB-A3C3-482DED13BEE6}" dt="2024-01-29T04:57:09.996" v="9372"/>
        <pc:sldMkLst>
          <pc:docMk/>
          <pc:sldMk cId="3283538578" sldId="1164"/>
        </pc:sldMkLst>
      </pc:sldChg>
      <pc:sldChg chg="modSp add del mod">
        <pc:chgData name="유예나" userId="56804d69-2be5-4f9a-85f3-71ac819806f9" providerId="ADAL" clId="{58D894AC-7E04-41DB-A3C3-482DED13BEE6}" dt="2024-01-26T02:26:13.646" v="5386" actId="47"/>
        <pc:sldMkLst>
          <pc:docMk/>
          <pc:sldMk cId="279932508" sldId="1165"/>
        </pc:sldMkLst>
      </pc:sldChg>
      <pc:sldChg chg="addSp delSp modSp add mod">
        <pc:chgData name="유예나" userId="56804d69-2be5-4f9a-85f3-71ac819806f9" providerId="ADAL" clId="{58D894AC-7E04-41DB-A3C3-482DED13BEE6}" dt="2024-02-22T01:15:23.822" v="9639"/>
        <pc:sldMkLst>
          <pc:docMk/>
          <pc:sldMk cId="2528178885" sldId="1166"/>
        </pc:sldMkLst>
      </pc:sldChg>
      <pc:sldChg chg="addSp delSp modSp add mod">
        <pc:chgData name="유예나" userId="56804d69-2be5-4f9a-85f3-71ac819806f9" providerId="ADAL" clId="{58D894AC-7E04-41DB-A3C3-482DED13BEE6}" dt="2024-01-29T04:57:09.996" v="9372"/>
        <pc:sldMkLst>
          <pc:docMk/>
          <pc:sldMk cId="138816865" sldId="1167"/>
        </pc:sldMkLst>
      </pc:sldChg>
      <pc:sldChg chg="modSp add del mod">
        <pc:chgData name="유예나" userId="56804d69-2be5-4f9a-85f3-71ac819806f9" providerId="ADAL" clId="{58D894AC-7E04-41DB-A3C3-482DED13BEE6}" dt="2024-01-26T02:33:33.809" v="5517"/>
        <pc:sldMkLst>
          <pc:docMk/>
          <pc:sldMk cId="811623722" sldId="1168"/>
        </pc:sldMkLst>
      </pc:sldChg>
      <pc:sldChg chg="addSp delSp modSp add mod">
        <pc:chgData name="유예나" userId="56804d69-2be5-4f9a-85f3-71ac819806f9" providerId="ADAL" clId="{58D894AC-7E04-41DB-A3C3-482DED13BEE6}" dt="2024-01-29T04:57:09.996" v="9372"/>
        <pc:sldMkLst>
          <pc:docMk/>
          <pc:sldMk cId="887819953" sldId="1168"/>
        </pc:sldMkLst>
      </pc:sldChg>
      <pc:sldChg chg="modSp add del mod">
        <pc:chgData name="유예나" userId="56804d69-2be5-4f9a-85f3-71ac819806f9" providerId="ADAL" clId="{58D894AC-7E04-41DB-A3C3-482DED13BEE6}" dt="2024-01-26T02:31:05.241" v="5442" actId="47"/>
        <pc:sldMkLst>
          <pc:docMk/>
          <pc:sldMk cId="2486863340" sldId="1168"/>
        </pc:sldMkLst>
      </pc:sldChg>
      <pc:sldChg chg="addSp delSp modSp add mod">
        <pc:chgData name="유예나" userId="56804d69-2be5-4f9a-85f3-71ac819806f9" providerId="ADAL" clId="{58D894AC-7E04-41DB-A3C3-482DED13BEE6}" dt="2024-01-29T04:57:09.996" v="9372"/>
        <pc:sldMkLst>
          <pc:docMk/>
          <pc:sldMk cId="896717122" sldId="1169"/>
        </pc:sldMkLst>
      </pc:sldChg>
      <pc:sldChg chg="add del">
        <pc:chgData name="유예나" userId="56804d69-2be5-4f9a-85f3-71ac819806f9" providerId="ADAL" clId="{58D894AC-7E04-41DB-A3C3-482DED13BEE6}" dt="2024-01-26T02:33:33.809" v="5517"/>
        <pc:sldMkLst>
          <pc:docMk/>
          <pc:sldMk cId="1154224073" sldId="1169"/>
        </pc:sldMkLst>
      </pc:sldChg>
      <pc:sldChg chg="modSp add del mod">
        <pc:chgData name="유예나" userId="56804d69-2be5-4f9a-85f3-71ac819806f9" providerId="ADAL" clId="{58D894AC-7E04-41DB-A3C3-482DED13BEE6}" dt="2024-01-26T02:34:39.001" v="5589" actId="47"/>
        <pc:sldMkLst>
          <pc:docMk/>
          <pc:sldMk cId="1340745966" sldId="1169"/>
        </pc:sldMkLst>
      </pc:sldChg>
      <pc:sldChg chg="addSp delSp modSp add mod">
        <pc:chgData name="유예나" userId="56804d69-2be5-4f9a-85f3-71ac819806f9" providerId="ADAL" clId="{58D894AC-7E04-41DB-A3C3-482DED13BEE6}" dt="2024-02-22T01:15:25.082" v="9640"/>
        <pc:sldMkLst>
          <pc:docMk/>
          <pc:sldMk cId="2032936542" sldId="1170"/>
        </pc:sldMkLst>
      </pc:sldChg>
      <pc:sldChg chg="add del">
        <pc:chgData name="유예나" userId="56804d69-2be5-4f9a-85f3-71ac819806f9" providerId="ADAL" clId="{58D894AC-7E04-41DB-A3C3-482DED13BEE6}" dt="2024-01-26T02:34:48.158" v="5609"/>
        <pc:sldMkLst>
          <pc:docMk/>
          <pc:sldMk cId="3463725099" sldId="1170"/>
        </pc:sldMkLst>
      </pc:sldChg>
      <pc:sldChg chg="add del">
        <pc:chgData name="유예나" userId="56804d69-2be5-4f9a-85f3-71ac819806f9" providerId="ADAL" clId="{58D894AC-7E04-41DB-A3C3-482DED13BEE6}" dt="2024-01-26T02:34:51.216" v="5611"/>
        <pc:sldMkLst>
          <pc:docMk/>
          <pc:sldMk cId="3713227690" sldId="1170"/>
        </pc:sldMkLst>
      </pc:sldChg>
      <pc:sldChg chg="addSp delSp modSp add mod">
        <pc:chgData name="유예나" userId="56804d69-2be5-4f9a-85f3-71ac819806f9" providerId="ADAL" clId="{58D894AC-7E04-41DB-A3C3-482DED13BEE6}" dt="2024-01-29T04:57:09.996" v="9372"/>
        <pc:sldMkLst>
          <pc:docMk/>
          <pc:sldMk cId="3673344449" sldId="1171"/>
        </pc:sldMkLst>
      </pc:sldChg>
      <pc:sldChg chg="add del">
        <pc:chgData name="유예나" userId="56804d69-2be5-4f9a-85f3-71ac819806f9" providerId="ADAL" clId="{58D894AC-7E04-41DB-A3C3-482DED13BEE6}" dt="2024-01-26T02:37:07.886" v="5711" actId="47"/>
        <pc:sldMkLst>
          <pc:docMk/>
          <pc:sldMk cId="1358011418" sldId="1172"/>
        </pc:sldMkLst>
      </pc:sldChg>
      <pc:sldChg chg="addSp delSp modSp add mod">
        <pc:chgData name="유예나" userId="56804d69-2be5-4f9a-85f3-71ac819806f9" providerId="ADAL" clId="{58D894AC-7E04-41DB-A3C3-482DED13BEE6}" dt="2024-01-29T04:57:09.996" v="9372"/>
        <pc:sldMkLst>
          <pc:docMk/>
          <pc:sldMk cId="1625275668" sldId="1172"/>
        </pc:sldMkLst>
      </pc:sldChg>
      <pc:sldChg chg="addSp delSp modSp add mod">
        <pc:chgData name="유예나" userId="56804d69-2be5-4f9a-85f3-71ac819806f9" providerId="ADAL" clId="{58D894AC-7E04-41DB-A3C3-482DED13BEE6}" dt="2024-02-22T01:15:26.146" v="9641"/>
        <pc:sldMkLst>
          <pc:docMk/>
          <pc:sldMk cId="2493298372" sldId="1173"/>
        </pc:sldMkLst>
      </pc:sldChg>
      <pc:sldChg chg="addSp delSp modSp add mod">
        <pc:chgData name="유예나" userId="56804d69-2be5-4f9a-85f3-71ac819806f9" providerId="ADAL" clId="{58D894AC-7E04-41DB-A3C3-482DED13BEE6}" dt="2024-01-29T04:57:09.996" v="9372"/>
        <pc:sldMkLst>
          <pc:docMk/>
          <pc:sldMk cId="2139677583" sldId="1174"/>
        </pc:sldMkLst>
      </pc:sldChg>
      <pc:sldChg chg="add del">
        <pc:chgData name="유예나" userId="56804d69-2be5-4f9a-85f3-71ac819806f9" providerId="ADAL" clId="{58D894AC-7E04-41DB-A3C3-482DED13BEE6}" dt="2024-01-26T02:39:17.405" v="5746" actId="47"/>
        <pc:sldMkLst>
          <pc:docMk/>
          <pc:sldMk cId="3131874272" sldId="1175"/>
        </pc:sldMkLst>
      </pc:sldChg>
      <pc:sldChg chg="addSp delSp modSp add mod">
        <pc:chgData name="유예나" userId="56804d69-2be5-4f9a-85f3-71ac819806f9" providerId="ADAL" clId="{58D894AC-7E04-41DB-A3C3-482DED13BEE6}" dt="2024-02-22T01:15:26.892" v="9642"/>
        <pc:sldMkLst>
          <pc:docMk/>
          <pc:sldMk cId="3879801209" sldId="1176"/>
        </pc:sldMkLst>
      </pc:sldChg>
      <pc:sldChg chg="addSp delSp modSp add mod">
        <pc:chgData name="유예나" userId="56804d69-2be5-4f9a-85f3-71ac819806f9" providerId="ADAL" clId="{58D894AC-7E04-41DB-A3C3-482DED13BEE6}" dt="2024-02-22T01:16:03.634" v="9643"/>
        <pc:sldMkLst>
          <pc:docMk/>
          <pc:sldMk cId="3802305563" sldId="1177"/>
        </pc:sldMkLst>
      </pc:sldChg>
      <pc:sldChg chg="addSp delSp modSp add mod modClrScheme chgLayout">
        <pc:chgData name="유예나" userId="56804d69-2be5-4f9a-85f3-71ac819806f9" providerId="ADAL" clId="{58D894AC-7E04-41DB-A3C3-482DED13BEE6}" dt="2024-02-22T01:17:34.511" v="9645"/>
        <pc:sldMkLst>
          <pc:docMk/>
          <pc:sldMk cId="391680129" sldId="1178"/>
        </pc:sldMkLst>
      </pc:sldChg>
      <pc:sldChg chg="add del">
        <pc:chgData name="유예나" userId="56804d69-2be5-4f9a-85f3-71ac819806f9" providerId="ADAL" clId="{58D894AC-7E04-41DB-A3C3-482DED13BEE6}" dt="2024-01-26T02:46:41.800" v="5835"/>
        <pc:sldMkLst>
          <pc:docMk/>
          <pc:sldMk cId="2064919725" sldId="1178"/>
        </pc:sldMkLst>
      </pc:sldChg>
      <pc:sldChg chg="addSp delSp modSp add mod">
        <pc:chgData name="유예나" userId="56804d69-2be5-4f9a-85f3-71ac819806f9" providerId="ADAL" clId="{58D894AC-7E04-41DB-A3C3-482DED13BEE6}" dt="2024-01-29T04:57:09.996" v="9372"/>
        <pc:sldMkLst>
          <pc:docMk/>
          <pc:sldMk cId="1966388705" sldId="1179"/>
        </pc:sldMkLst>
      </pc:sldChg>
      <pc:sldChg chg="addSp delSp modSp add mod">
        <pc:chgData name="유예나" userId="56804d69-2be5-4f9a-85f3-71ac819806f9" providerId="ADAL" clId="{58D894AC-7E04-41DB-A3C3-482DED13BEE6}" dt="2024-02-22T01:18:50.889" v="9649"/>
        <pc:sldMkLst>
          <pc:docMk/>
          <pc:sldMk cId="1431725411" sldId="1180"/>
        </pc:sldMkLst>
      </pc:sldChg>
      <pc:sldChg chg="modSp add del mod">
        <pc:chgData name="유예나" userId="56804d69-2be5-4f9a-85f3-71ac819806f9" providerId="ADAL" clId="{58D894AC-7E04-41DB-A3C3-482DED13BEE6}" dt="2024-01-26T02:54:52.169" v="5911" actId="47"/>
        <pc:sldMkLst>
          <pc:docMk/>
          <pc:sldMk cId="3349517702" sldId="1181"/>
        </pc:sldMkLst>
      </pc:sldChg>
      <pc:sldChg chg="addSp delSp modSp add mod">
        <pc:chgData name="유예나" userId="56804d69-2be5-4f9a-85f3-71ac819806f9" providerId="ADAL" clId="{58D894AC-7E04-41DB-A3C3-482DED13BEE6}" dt="2024-02-22T01:20:27.504" v="9691"/>
        <pc:sldMkLst>
          <pc:docMk/>
          <pc:sldMk cId="848180150" sldId="1182"/>
        </pc:sldMkLst>
      </pc:sldChg>
      <pc:sldChg chg="addSp delSp modSp add mod">
        <pc:chgData name="유예나" userId="56804d69-2be5-4f9a-85f3-71ac819806f9" providerId="ADAL" clId="{58D894AC-7E04-41DB-A3C3-482DED13BEE6}" dt="2024-02-22T01:21:12.804" v="9692"/>
        <pc:sldMkLst>
          <pc:docMk/>
          <pc:sldMk cId="1259974226" sldId="1183"/>
        </pc:sldMkLst>
      </pc:sldChg>
      <pc:sldChg chg="add del">
        <pc:chgData name="유예나" userId="56804d69-2be5-4f9a-85f3-71ac819806f9" providerId="ADAL" clId="{58D894AC-7E04-41DB-A3C3-482DED13BEE6}" dt="2024-01-26T02:56:10.416" v="5918" actId="47"/>
        <pc:sldMkLst>
          <pc:docMk/>
          <pc:sldMk cId="1522316757" sldId="1183"/>
        </pc:sldMkLst>
      </pc:sldChg>
      <pc:sldChg chg="addSp delSp modSp add mod">
        <pc:chgData name="유예나" userId="56804d69-2be5-4f9a-85f3-71ac819806f9" providerId="ADAL" clId="{58D894AC-7E04-41DB-A3C3-482DED13BEE6}" dt="2024-01-29T04:57:09.996" v="9372"/>
        <pc:sldMkLst>
          <pc:docMk/>
          <pc:sldMk cId="612734923" sldId="1184"/>
        </pc:sldMkLst>
      </pc:sldChg>
      <pc:sldChg chg="addSp delSp modSp add del mod">
        <pc:chgData name="유예나" userId="56804d69-2be5-4f9a-85f3-71ac819806f9" providerId="ADAL" clId="{58D894AC-7E04-41DB-A3C3-482DED13BEE6}" dt="2024-02-22T01:21:45.285" v="9695"/>
        <pc:sldMkLst>
          <pc:docMk/>
          <pc:sldMk cId="1295447532" sldId="1185"/>
        </pc:sldMkLst>
      </pc:sldChg>
      <pc:sldChg chg="addSp delSp modSp add del mod">
        <pc:chgData name="유예나" userId="56804d69-2be5-4f9a-85f3-71ac819806f9" providerId="ADAL" clId="{58D894AC-7E04-41DB-A3C3-482DED13BEE6}" dt="2024-02-22T01:22:06.682" v="9696"/>
        <pc:sldMkLst>
          <pc:docMk/>
          <pc:sldMk cId="2534048239" sldId="1186"/>
        </pc:sldMkLst>
      </pc:sldChg>
      <pc:sldChg chg="addSp delSp modSp add mod modClrScheme chgLayout">
        <pc:chgData name="유예나" userId="56804d69-2be5-4f9a-85f3-71ac819806f9" providerId="ADAL" clId="{58D894AC-7E04-41DB-A3C3-482DED13BEE6}" dt="2024-02-22T01:25:44.978" v="9798"/>
        <pc:sldMkLst>
          <pc:docMk/>
          <pc:sldMk cId="1084553033" sldId="1187"/>
        </pc:sldMkLst>
      </pc:sldChg>
      <pc:sldChg chg="add del">
        <pc:chgData name="유예나" userId="56804d69-2be5-4f9a-85f3-71ac819806f9" providerId="ADAL" clId="{58D894AC-7E04-41DB-A3C3-482DED13BEE6}" dt="2024-01-26T03:12:08.949" v="6266"/>
        <pc:sldMkLst>
          <pc:docMk/>
          <pc:sldMk cId="1613549559" sldId="1187"/>
        </pc:sldMkLst>
      </pc:sldChg>
      <pc:sldChg chg="addSp delSp modSp add mod">
        <pc:chgData name="유예나" userId="56804d69-2be5-4f9a-85f3-71ac819806f9" providerId="ADAL" clId="{58D894AC-7E04-41DB-A3C3-482DED13BEE6}" dt="2024-02-22T01:26:12.480" v="9799"/>
        <pc:sldMkLst>
          <pc:docMk/>
          <pc:sldMk cId="3511289372" sldId="1188"/>
        </pc:sldMkLst>
      </pc:sldChg>
      <pc:sldChg chg="addSp delSp modSp add mod">
        <pc:chgData name="유예나" userId="56804d69-2be5-4f9a-85f3-71ac819806f9" providerId="ADAL" clId="{58D894AC-7E04-41DB-A3C3-482DED13BEE6}" dt="2024-02-22T01:26:27.083" v="9800"/>
        <pc:sldMkLst>
          <pc:docMk/>
          <pc:sldMk cId="3128855274" sldId="1189"/>
        </pc:sldMkLst>
      </pc:sldChg>
      <pc:sldChg chg="addSp delSp modSp add mod">
        <pc:chgData name="유예나" userId="56804d69-2be5-4f9a-85f3-71ac819806f9" providerId="ADAL" clId="{58D894AC-7E04-41DB-A3C3-482DED13BEE6}" dt="2024-02-22T01:26:39.690" v="9801"/>
        <pc:sldMkLst>
          <pc:docMk/>
          <pc:sldMk cId="3983485914" sldId="1190"/>
        </pc:sldMkLst>
      </pc:sldChg>
      <pc:sldChg chg="addSp delSp modSp add mod">
        <pc:chgData name="유예나" userId="56804d69-2be5-4f9a-85f3-71ac819806f9" providerId="ADAL" clId="{58D894AC-7E04-41DB-A3C3-482DED13BEE6}" dt="2024-02-22T01:26:47.887" v="9802"/>
        <pc:sldMkLst>
          <pc:docMk/>
          <pc:sldMk cId="3504185735" sldId="1191"/>
        </pc:sldMkLst>
      </pc:sldChg>
      <pc:sldChg chg="addSp delSp modSp add mod">
        <pc:chgData name="유예나" userId="56804d69-2be5-4f9a-85f3-71ac819806f9" providerId="ADAL" clId="{58D894AC-7E04-41DB-A3C3-482DED13BEE6}" dt="2024-02-22T01:26:58.644" v="9803"/>
        <pc:sldMkLst>
          <pc:docMk/>
          <pc:sldMk cId="1179199906" sldId="1192"/>
        </pc:sldMkLst>
      </pc:sldChg>
      <pc:sldChg chg="addSp delSp modSp add mod ord modClrScheme chgLayout">
        <pc:chgData name="유예나" userId="56804d69-2be5-4f9a-85f3-71ac819806f9" providerId="ADAL" clId="{58D894AC-7E04-41DB-A3C3-482DED13BEE6}" dt="2024-02-22T01:27:50.278" v="9810"/>
        <pc:sldMkLst>
          <pc:docMk/>
          <pc:sldMk cId="1931103224" sldId="1193"/>
        </pc:sldMkLst>
      </pc:sldChg>
      <pc:sldChg chg="addSp delSp modSp add mod modClrScheme chgLayout">
        <pc:chgData name="유예나" userId="56804d69-2be5-4f9a-85f3-71ac819806f9" providerId="ADAL" clId="{58D894AC-7E04-41DB-A3C3-482DED13BEE6}" dt="2024-01-29T05:17:33.576" v="9381"/>
        <pc:sldMkLst>
          <pc:docMk/>
          <pc:sldMk cId="3262669584" sldId="1194"/>
        </pc:sldMkLst>
      </pc:sldChg>
      <pc:sldChg chg="addSp delSp modSp add mod">
        <pc:chgData name="유예나" userId="56804d69-2be5-4f9a-85f3-71ac819806f9" providerId="ADAL" clId="{58D894AC-7E04-41DB-A3C3-482DED13BEE6}" dt="2024-02-22T01:28:32.748" v="9815"/>
        <pc:sldMkLst>
          <pc:docMk/>
          <pc:sldMk cId="2509677873" sldId="1195"/>
        </pc:sldMkLst>
      </pc:sldChg>
      <pc:sldChg chg="addSp delSp modSp add mod">
        <pc:chgData name="유예나" userId="56804d69-2be5-4f9a-85f3-71ac819806f9" providerId="ADAL" clId="{58D894AC-7E04-41DB-A3C3-482DED13BEE6}" dt="2024-02-22T01:28:27.154" v="9814"/>
        <pc:sldMkLst>
          <pc:docMk/>
          <pc:sldMk cId="986755375" sldId="1196"/>
        </pc:sldMkLst>
      </pc:sldChg>
      <pc:sldChg chg="addSp delSp modSp add mod ord">
        <pc:chgData name="유예나" userId="56804d69-2be5-4f9a-85f3-71ac819806f9" providerId="ADAL" clId="{58D894AC-7E04-41DB-A3C3-482DED13BEE6}" dt="2024-02-22T01:28:23.004" v="9813"/>
        <pc:sldMkLst>
          <pc:docMk/>
          <pc:sldMk cId="925000129" sldId="1197"/>
        </pc:sldMkLst>
      </pc:sldChg>
      <pc:sldChg chg="addSp delSp modSp add mod">
        <pc:chgData name="유예나" userId="56804d69-2be5-4f9a-85f3-71ac819806f9" providerId="ADAL" clId="{58D894AC-7E04-41DB-A3C3-482DED13BEE6}" dt="2024-02-22T01:20:24.263" v="9690" actId="1076"/>
        <pc:sldMkLst>
          <pc:docMk/>
          <pc:sldMk cId="1978201882" sldId="1198"/>
        </pc:sldMkLst>
      </pc:sldChg>
      <pc:sldChg chg="addSp delSp modSp add mod modClrScheme chgLayout">
        <pc:chgData name="유예나" userId="56804d69-2be5-4f9a-85f3-71ac819806f9" providerId="ADAL" clId="{58D894AC-7E04-41DB-A3C3-482DED13BEE6}" dt="2024-02-22T01:35:44.416" v="9822" actId="14100"/>
        <pc:sldMkLst>
          <pc:docMk/>
          <pc:sldMk cId="840753535" sldId="1199"/>
        </pc:sldMkLst>
      </pc:sldChg>
      <pc:sldChg chg="addSp delSp add del mod">
        <pc:chgData name="유예나" userId="56804d69-2be5-4f9a-85f3-71ac819806f9" providerId="ADAL" clId="{58D894AC-7E04-41DB-A3C3-482DED13BEE6}" dt="2024-01-26T07:12:17.687" v="7832" actId="47"/>
        <pc:sldMkLst>
          <pc:docMk/>
          <pc:sldMk cId="1221209709" sldId="1199"/>
        </pc:sldMkLst>
      </pc:sldChg>
      <pc:sldChg chg="new del">
        <pc:chgData name="유예나" userId="56804d69-2be5-4f9a-85f3-71ac819806f9" providerId="ADAL" clId="{58D894AC-7E04-41DB-A3C3-482DED13BEE6}" dt="2024-01-26T07:52:46.490" v="7847" actId="680"/>
        <pc:sldMkLst>
          <pc:docMk/>
          <pc:sldMk cId="3844172337" sldId="1199"/>
        </pc:sldMkLst>
      </pc:sldChg>
      <pc:sldChg chg="new del">
        <pc:chgData name="유예나" userId="56804d69-2be5-4f9a-85f3-71ac819806f9" providerId="ADAL" clId="{58D894AC-7E04-41DB-A3C3-482DED13BEE6}" dt="2024-01-26T07:52:45.596" v="7846" actId="680"/>
        <pc:sldMkLst>
          <pc:docMk/>
          <pc:sldMk cId="435069662" sldId="1200"/>
        </pc:sldMkLst>
      </pc:sldChg>
      <pc:sldChg chg="addSp delSp modSp add del mod">
        <pc:chgData name="유예나" userId="56804d69-2be5-4f9a-85f3-71ac819806f9" providerId="ADAL" clId="{58D894AC-7E04-41DB-A3C3-482DED13BEE6}" dt="2024-01-26T07:12:42.808" v="7841" actId="47"/>
        <pc:sldMkLst>
          <pc:docMk/>
          <pc:sldMk cId="2229478018" sldId="1200"/>
        </pc:sldMkLst>
      </pc:sldChg>
      <pc:sldChg chg="modSp add mod ord modClrScheme chgLayout">
        <pc:chgData name="유예나" userId="56804d69-2be5-4f9a-85f3-71ac819806f9" providerId="ADAL" clId="{58D894AC-7E04-41DB-A3C3-482DED13BEE6}" dt="2024-02-01T04:52:34.042" v="9575"/>
        <pc:sldMkLst>
          <pc:docMk/>
          <pc:sldMk cId="3929353624" sldId="1200"/>
        </pc:sldMkLst>
      </pc:sldChg>
      <pc:sldChg chg="new del">
        <pc:chgData name="유예나" userId="56804d69-2be5-4f9a-85f3-71ac819806f9" providerId="ADAL" clId="{58D894AC-7E04-41DB-A3C3-482DED13BEE6}" dt="2024-01-26T07:52:44.425" v="7845" actId="680"/>
        <pc:sldMkLst>
          <pc:docMk/>
          <pc:sldMk cId="2794550857" sldId="1201"/>
        </pc:sldMkLst>
      </pc:sldChg>
    </pc:docChg>
  </pc:docChgLst>
  <pc:docChgLst>
    <pc:chgData name="유예나" userId="56804d69-2be5-4f9a-85f3-71ac819806f9" providerId="ADAL" clId="{5DB0559D-3B47-44A0-A615-11EEA75DF41F}"/>
    <pc:docChg chg="addSld delSld modSld addSection delSection modSection">
      <pc:chgData name="유예나" userId="56804d69-2be5-4f9a-85f3-71ac819806f9" providerId="ADAL" clId="{5DB0559D-3B47-44A0-A615-11EEA75DF41F}" dt="2025-02-21T00:46:59.637" v="92" actId="17846"/>
      <pc:docMkLst>
        <pc:docMk/>
      </pc:docMkLst>
      <pc:sldChg chg="modSp mod">
        <pc:chgData name="유예나" userId="56804d69-2be5-4f9a-85f3-71ac819806f9" providerId="ADAL" clId="{5DB0559D-3B47-44A0-A615-11EEA75DF41F}" dt="2025-02-21T00:45:29.734" v="11" actId="20577"/>
        <pc:sldMkLst>
          <pc:docMk/>
          <pc:sldMk cId="663090028" sldId="259"/>
        </pc:sldMkLst>
        <pc:spChg chg="mod">
          <ac:chgData name="유예나" userId="56804d69-2be5-4f9a-85f3-71ac819806f9" providerId="ADAL" clId="{5DB0559D-3B47-44A0-A615-11EEA75DF41F}" dt="2025-02-21T00:45:29.734" v="11" actId="20577"/>
          <ac:spMkLst>
            <pc:docMk/>
            <pc:sldMk cId="663090028" sldId="259"/>
            <ac:spMk id="3" creationId="{95F57DC9-C93A-4186-A70B-EE25477B45C9}"/>
          </ac:spMkLst>
        </pc:spChg>
        <pc:spChg chg="mod">
          <ac:chgData name="유예나" userId="56804d69-2be5-4f9a-85f3-71ac819806f9" providerId="ADAL" clId="{5DB0559D-3B47-44A0-A615-11EEA75DF41F}" dt="2025-02-21T00:44:58.518" v="1" actId="20577"/>
          <ac:spMkLst>
            <pc:docMk/>
            <pc:sldMk cId="663090028" sldId="259"/>
            <ac:spMk id="5" creationId="{029A339E-21A1-41D7-8EEF-1BB6F1C3B0B0}"/>
          </ac:spMkLst>
        </pc:spChg>
      </pc:sldChg>
      <pc:sldChg chg="modSp mod">
        <pc:chgData name="유예나" userId="56804d69-2be5-4f9a-85f3-71ac819806f9" providerId="ADAL" clId="{5DB0559D-3B47-44A0-A615-11EEA75DF41F}" dt="2025-02-21T00:45:40.294" v="28"/>
        <pc:sldMkLst>
          <pc:docMk/>
          <pc:sldMk cId="936676672" sldId="344"/>
        </pc:sldMkLst>
        <pc:graphicFrameChg chg="mod modGraphic">
          <ac:chgData name="유예나" userId="56804d69-2be5-4f9a-85f3-71ac819806f9" providerId="ADAL" clId="{5DB0559D-3B47-44A0-A615-11EEA75DF41F}" dt="2025-02-21T00:45:40.294" v="28"/>
          <ac:graphicFrameMkLst>
            <pc:docMk/>
            <pc:sldMk cId="936676672" sldId="344"/>
            <ac:graphicFrameMk id="7" creationId="{978119AB-B35B-4D30-BA38-8140FAF453A1}"/>
          </ac:graphicFrameMkLst>
        </pc:graphicFrameChg>
      </pc:sldChg>
      <pc:sldChg chg="modSp mod">
        <pc:chgData name="유예나" userId="56804d69-2be5-4f9a-85f3-71ac819806f9" providerId="ADAL" clId="{5DB0559D-3B47-44A0-A615-11EEA75DF41F}" dt="2025-02-21T00:45:56.159" v="45" actId="20577"/>
        <pc:sldMkLst>
          <pc:docMk/>
          <pc:sldMk cId="1687266130" sldId="362"/>
        </pc:sldMkLst>
        <pc:spChg chg="mod">
          <ac:chgData name="유예나" userId="56804d69-2be5-4f9a-85f3-71ac819806f9" providerId="ADAL" clId="{5DB0559D-3B47-44A0-A615-11EEA75DF41F}" dt="2025-02-21T00:45:56.159" v="45" actId="20577"/>
          <ac:spMkLst>
            <pc:docMk/>
            <pc:sldMk cId="1687266130" sldId="362"/>
            <ac:spMk id="19" creationId="{49EB61F0-5091-4064-AF83-C21077B61AEB}"/>
          </ac:spMkLst>
        </pc:spChg>
      </pc:sldChg>
      <pc:sldChg chg="del">
        <pc:chgData name="유예나" userId="56804d69-2be5-4f9a-85f3-71ac819806f9" providerId="ADAL" clId="{5DB0559D-3B47-44A0-A615-11EEA75DF41F}" dt="2025-02-21T00:46:22.906" v="48" actId="47"/>
        <pc:sldMkLst>
          <pc:docMk/>
          <pc:sldMk cId="1083306933" sldId="384"/>
        </pc:sldMkLst>
      </pc:sldChg>
      <pc:sldChg chg="del">
        <pc:chgData name="유예나" userId="56804d69-2be5-4f9a-85f3-71ac819806f9" providerId="ADAL" clId="{5DB0559D-3B47-44A0-A615-11EEA75DF41F}" dt="2025-02-21T00:46:12.307" v="46" actId="2696"/>
        <pc:sldMkLst>
          <pc:docMk/>
          <pc:sldMk cId="3483092939" sldId="522"/>
        </pc:sldMkLst>
      </pc:sldChg>
      <pc:sldChg chg="del">
        <pc:chgData name="유예나" userId="56804d69-2be5-4f9a-85f3-71ac819806f9" providerId="ADAL" clId="{5DB0559D-3B47-44A0-A615-11EEA75DF41F}" dt="2025-02-21T00:46:12.307" v="46" actId="2696"/>
        <pc:sldMkLst>
          <pc:docMk/>
          <pc:sldMk cId="687805085" sldId="540"/>
        </pc:sldMkLst>
      </pc:sldChg>
      <pc:sldChg chg="del">
        <pc:chgData name="유예나" userId="56804d69-2be5-4f9a-85f3-71ac819806f9" providerId="ADAL" clId="{5DB0559D-3B47-44A0-A615-11EEA75DF41F}" dt="2025-02-21T00:46:12.307" v="46" actId="2696"/>
        <pc:sldMkLst>
          <pc:docMk/>
          <pc:sldMk cId="1980706912" sldId="564"/>
        </pc:sldMkLst>
      </pc:sldChg>
      <pc:sldChg chg="del">
        <pc:chgData name="유예나" userId="56804d69-2be5-4f9a-85f3-71ac819806f9" providerId="ADAL" clId="{5DB0559D-3B47-44A0-A615-11EEA75DF41F}" dt="2025-02-21T00:46:12.307" v="46" actId="2696"/>
        <pc:sldMkLst>
          <pc:docMk/>
          <pc:sldMk cId="3602776546" sldId="571"/>
        </pc:sldMkLst>
      </pc:sldChg>
      <pc:sldChg chg="del">
        <pc:chgData name="유예나" userId="56804d69-2be5-4f9a-85f3-71ac819806f9" providerId="ADAL" clId="{5DB0559D-3B47-44A0-A615-11EEA75DF41F}" dt="2025-02-21T00:46:12.307" v="46" actId="2696"/>
        <pc:sldMkLst>
          <pc:docMk/>
          <pc:sldMk cId="385961683" sldId="573"/>
        </pc:sldMkLst>
      </pc:sldChg>
      <pc:sldChg chg="del">
        <pc:chgData name="유예나" userId="56804d69-2be5-4f9a-85f3-71ac819806f9" providerId="ADAL" clId="{5DB0559D-3B47-44A0-A615-11EEA75DF41F}" dt="2025-02-21T00:46:12.307" v="46" actId="2696"/>
        <pc:sldMkLst>
          <pc:docMk/>
          <pc:sldMk cId="3495016331" sldId="575"/>
        </pc:sldMkLst>
      </pc:sldChg>
      <pc:sldChg chg="del">
        <pc:chgData name="유예나" userId="56804d69-2be5-4f9a-85f3-71ac819806f9" providerId="ADAL" clId="{5DB0559D-3B47-44A0-A615-11EEA75DF41F}" dt="2025-02-21T00:46:12.307" v="46" actId="2696"/>
        <pc:sldMkLst>
          <pc:docMk/>
          <pc:sldMk cId="4238778860" sldId="590"/>
        </pc:sldMkLst>
      </pc:sldChg>
      <pc:sldChg chg="del">
        <pc:chgData name="유예나" userId="56804d69-2be5-4f9a-85f3-71ac819806f9" providerId="ADAL" clId="{5DB0559D-3B47-44A0-A615-11EEA75DF41F}" dt="2025-02-21T00:46:12.307" v="46" actId="2696"/>
        <pc:sldMkLst>
          <pc:docMk/>
          <pc:sldMk cId="1071020693" sldId="591"/>
        </pc:sldMkLst>
      </pc:sldChg>
      <pc:sldChg chg="del">
        <pc:chgData name="유예나" userId="56804d69-2be5-4f9a-85f3-71ac819806f9" providerId="ADAL" clId="{5DB0559D-3B47-44A0-A615-11EEA75DF41F}" dt="2025-02-21T00:46:12.307" v="46" actId="2696"/>
        <pc:sldMkLst>
          <pc:docMk/>
          <pc:sldMk cId="2395288267" sldId="619"/>
        </pc:sldMkLst>
      </pc:sldChg>
      <pc:sldChg chg="del">
        <pc:chgData name="유예나" userId="56804d69-2be5-4f9a-85f3-71ac819806f9" providerId="ADAL" clId="{5DB0559D-3B47-44A0-A615-11EEA75DF41F}" dt="2025-02-21T00:46:12.307" v="46" actId="2696"/>
        <pc:sldMkLst>
          <pc:docMk/>
          <pc:sldMk cId="1695742282" sldId="620"/>
        </pc:sldMkLst>
      </pc:sldChg>
      <pc:sldChg chg="del">
        <pc:chgData name="유예나" userId="56804d69-2be5-4f9a-85f3-71ac819806f9" providerId="ADAL" clId="{5DB0559D-3B47-44A0-A615-11EEA75DF41F}" dt="2025-02-21T00:46:12.307" v="46" actId="2696"/>
        <pc:sldMkLst>
          <pc:docMk/>
          <pc:sldMk cId="3070541765" sldId="621"/>
        </pc:sldMkLst>
      </pc:sldChg>
      <pc:sldChg chg="del">
        <pc:chgData name="유예나" userId="56804d69-2be5-4f9a-85f3-71ac819806f9" providerId="ADAL" clId="{5DB0559D-3B47-44A0-A615-11EEA75DF41F}" dt="2025-02-21T00:46:12.307" v="46" actId="2696"/>
        <pc:sldMkLst>
          <pc:docMk/>
          <pc:sldMk cId="1072898210" sldId="627"/>
        </pc:sldMkLst>
      </pc:sldChg>
      <pc:sldChg chg="del">
        <pc:chgData name="유예나" userId="56804d69-2be5-4f9a-85f3-71ac819806f9" providerId="ADAL" clId="{5DB0559D-3B47-44A0-A615-11EEA75DF41F}" dt="2025-02-21T00:46:12.307" v="46" actId="2696"/>
        <pc:sldMkLst>
          <pc:docMk/>
          <pc:sldMk cId="3211156367" sldId="1037"/>
        </pc:sldMkLst>
      </pc:sldChg>
      <pc:sldChg chg="del">
        <pc:chgData name="유예나" userId="56804d69-2be5-4f9a-85f3-71ac819806f9" providerId="ADAL" clId="{5DB0559D-3B47-44A0-A615-11EEA75DF41F}" dt="2025-02-21T00:46:12.307" v="46" actId="2696"/>
        <pc:sldMkLst>
          <pc:docMk/>
          <pc:sldMk cId="2165793030" sldId="1038"/>
        </pc:sldMkLst>
      </pc:sldChg>
      <pc:sldChg chg="del">
        <pc:chgData name="유예나" userId="56804d69-2be5-4f9a-85f3-71ac819806f9" providerId="ADAL" clId="{5DB0559D-3B47-44A0-A615-11EEA75DF41F}" dt="2025-02-21T00:46:12.307" v="46" actId="2696"/>
        <pc:sldMkLst>
          <pc:docMk/>
          <pc:sldMk cId="934027525" sldId="1041"/>
        </pc:sldMkLst>
      </pc:sldChg>
      <pc:sldChg chg="del">
        <pc:chgData name="유예나" userId="56804d69-2be5-4f9a-85f3-71ac819806f9" providerId="ADAL" clId="{5DB0559D-3B47-44A0-A615-11EEA75DF41F}" dt="2025-02-21T00:46:12.307" v="46" actId="2696"/>
        <pc:sldMkLst>
          <pc:docMk/>
          <pc:sldMk cId="3374592514" sldId="1042"/>
        </pc:sldMkLst>
      </pc:sldChg>
      <pc:sldChg chg="del">
        <pc:chgData name="유예나" userId="56804d69-2be5-4f9a-85f3-71ac819806f9" providerId="ADAL" clId="{5DB0559D-3B47-44A0-A615-11EEA75DF41F}" dt="2025-02-21T00:46:12.307" v="46" actId="2696"/>
        <pc:sldMkLst>
          <pc:docMk/>
          <pc:sldMk cId="4210981718" sldId="1135"/>
        </pc:sldMkLst>
      </pc:sldChg>
      <pc:sldChg chg="del">
        <pc:chgData name="유예나" userId="56804d69-2be5-4f9a-85f3-71ac819806f9" providerId="ADAL" clId="{5DB0559D-3B47-44A0-A615-11EEA75DF41F}" dt="2025-02-21T00:46:12.307" v="46" actId="2696"/>
        <pc:sldMkLst>
          <pc:docMk/>
          <pc:sldMk cId="1387588116" sldId="1136"/>
        </pc:sldMkLst>
      </pc:sldChg>
      <pc:sldChg chg="del">
        <pc:chgData name="유예나" userId="56804d69-2be5-4f9a-85f3-71ac819806f9" providerId="ADAL" clId="{5DB0559D-3B47-44A0-A615-11EEA75DF41F}" dt="2025-02-21T00:46:12.307" v="46" actId="2696"/>
        <pc:sldMkLst>
          <pc:docMk/>
          <pc:sldMk cId="2327049963" sldId="1146"/>
        </pc:sldMkLst>
      </pc:sldChg>
      <pc:sldChg chg="del">
        <pc:chgData name="유예나" userId="56804d69-2be5-4f9a-85f3-71ac819806f9" providerId="ADAL" clId="{5DB0559D-3B47-44A0-A615-11EEA75DF41F}" dt="2025-02-21T00:46:12.307" v="46" actId="2696"/>
        <pc:sldMkLst>
          <pc:docMk/>
          <pc:sldMk cId="1311671968" sldId="1149"/>
        </pc:sldMkLst>
      </pc:sldChg>
      <pc:sldChg chg="del">
        <pc:chgData name="유예나" userId="56804d69-2be5-4f9a-85f3-71ac819806f9" providerId="ADAL" clId="{5DB0559D-3B47-44A0-A615-11EEA75DF41F}" dt="2025-02-21T00:46:12.307" v="46" actId="2696"/>
        <pc:sldMkLst>
          <pc:docMk/>
          <pc:sldMk cId="972474781" sldId="1151"/>
        </pc:sldMkLst>
      </pc:sldChg>
      <pc:sldChg chg="del">
        <pc:chgData name="유예나" userId="56804d69-2be5-4f9a-85f3-71ac819806f9" providerId="ADAL" clId="{5DB0559D-3B47-44A0-A615-11EEA75DF41F}" dt="2025-02-21T00:46:12.307" v="46" actId="2696"/>
        <pc:sldMkLst>
          <pc:docMk/>
          <pc:sldMk cId="1200824645" sldId="1153"/>
        </pc:sldMkLst>
      </pc:sldChg>
      <pc:sldChg chg="del">
        <pc:chgData name="유예나" userId="56804d69-2be5-4f9a-85f3-71ac819806f9" providerId="ADAL" clId="{5DB0559D-3B47-44A0-A615-11EEA75DF41F}" dt="2025-02-21T00:46:12.307" v="46" actId="2696"/>
        <pc:sldMkLst>
          <pc:docMk/>
          <pc:sldMk cId="1823643013" sldId="1155"/>
        </pc:sldMkLst>
      </pc:sldChg>
      <pc:sldChg chg="del">
        <pc:chgData name="유예나" userId="56804d69-2be5-4f9a-85f3-71ac819806f9" providerId="ADAL" clId="{5DB0559D-3B47-44A0-A615-11EEA75DF41F}" dt="2025-02-21T00:46:12.307" v="46" actId="2696"/>
        <pc:sldMkLst>
          <pc:docMk/>
          <pc:sldMk cId="682755460" sldId="1157"/>
        </pc:sldMkLst>
      </pc:sldChg>
      <pc:sldChg chg="del">
        <pc:chgData name="유예나" userId="56804d69-2be5-4f9a-85f3-71ac819806f9" providerId="ADAL" clId="{5DB0559D-3B47-44A0-A615-11EEA75DF41F}" dt="2025-02-21T00:46:12.307" v="46" actId="2696"/>
        <pc:sldMkLst>
          <pc:docMk/>
          <pc:sldMk cId="231525656" sldId="1162"/>
        </pc:sldMkLst>
      </pc:sldChg>
      <pc:sldChg chg="del">
        <pc:chgData name="유예나" userId="56804d69-2be5-4f9a-85f3-71ac819806f9" providerId="ADAL" clId="{5DB0559D-3B47-44A0-A615-11EEA75DF41F}" dt="2025-02-21T00:46:12.307" v="46" actId="2696"/>
        <pc:sldMkLst>
          <pc:docMk/>
          <pc:sldMk cId="2744817805" sldId="1163"/>
        </pc:sldMkLst>
      </pc:sldChg>
      <pc:sldChg chg="del">
        <pc:chgData name="유예나" userId="56804d69-2be5-4f9a-85f3-71ac819806f9" providerId="ADAL" clId="{5DB0559D-3B47-44A0-A615-11EEA75DF41F}" dt="2025-02-21T00:46:12.307" v="46" actId="2696"/>
        <pc:sldMkLst>
          <pc:docMk/>
          <pc:sldMk cId="2528178885" sldId="1166"/>
        </pc:sldMkLst>
      </pc:sldChg>
      <pc:sldChg chg="del">
        <pc:chgData name="유예나" userId="56804d69-2be5-4f9a-85f3-71ac819806f9" providerId="ADAL" clId="{5DB0559D-3B47-44A0-A615-11EEA75DF41F}" dt="2025-02-21T00:46:12.307" v="46" actId="2696"/>
        <pc:sldMkLst>
          <pc:docMk/>
          <pc:sldMk cId="2032936542" sldId="1170"/>
        </pc:sldMkLst>
      </pc:sldChg>
      <pc:sldChg chg="del">
        <pc:chgData name="유예나" userId="56804d69-2be5-4f9a-85f3-71ac819806f9" providerId="ADAL" clId="{5DB0559D-3B47-44A0-A615-11EEA75DF41F}" dt="2025-02-21T00:46:12.307" v="46" actId="2696"/>
        <pc:sldMkLst>
          <pc:docMk/>
          <pc:sldMk cId="2493298372" sldId="1173"/>
        </pc:sldMkLst>
      </pc:sldChg>
      <pc:sldChg chg="del">
        <pc:chgData name="유예나" userId="56804d69-2be5-4f9a-85f3-71ac819806f9" providerId="ADAL" clId="{5DB0559D-3B47-44A0-A615-11EEA75DF41F}" dt="2025-02-21T00:46:12.307" v="46" actId="2696"/>
        <pc:sldMkLst>
          <pc:docMk/>
          <pc:sldMk cId="3879801209" sldId="1176"/>
        </pc:sldMkLst>
      </pc:sldChg>
      <pc:sldChg chg="del">
        <pc:chgData name="유예나" userId="56804d69-2be5-4f9a-85f3-71ac819806f9" providerId="ADAL" clId="{5DB0559D-3B47-44A0-A615-11EEA75DF41F}" dt="2025-02-21T00:46:12.307" v="46" actId="2696"/>
        <pc:sldMkLst>
          <pc:docMk/>
          <pc:sldMk cId="3802305563" sldId="1177"/>
        </pc:sldMkLst>
      </pc:sldChg>
      <pc:sldChg chg="del">
        <pc:chgData name="유예나" userId="56804d69-2be5-4f9a-85f3-71ac819806f9" providerId="ADAL" clId="{5DB0559D-3B47-44A0-A615-11EEA75DF41F}" dt="2025-02-21T00:46:12.307" v="46" actId="2696"/>
        <pc:sldMkLst>
          <pc:docMk/>
          <pc:sldMk cId="391680129" sldId="1178"/>
        </pc:sldMkLst>
      </pc:sldChg>
      <pc:sldChg chg="del">
        <pc:chgData name="유예나" userId="56804d69-2be5-4f9a-85f3-71ac819806f9" providerId="ADAL" clId="{5DB0559D-3B47-44A0-A615-11EEA75DF41F}" dt="2025-02-21T00:46:12.307" v="46" actId="2696"/>
        <pc:sldMkLst>
          <pc:docMk/>
          <pc:sldMk cId="1431725411" sldId="1180"/>
        </pc:sldMkLst>
      </pc:sldChg>
      <pc:sldChg chg="del">
        <pc:chgData name="유예나" userId="56804d69-2be5-4f9a-85f3-71ac819806f9" providerId="ADAL" clId="{5DB0559D-3B47-44A0-A615-11EEA75DF41F}" dt="2025-02-21T00:46:12.307" v="46" actId="2696"/>
        <pc:sldMkLst>
          <pc:docMk/>
          <pc:sldMk cId="848180150" sldId="1182"/>
        </pc:sldMkLst>
      </pc:sldChg>
      <pc:sldChg chg="del">
        <pc:chgData name="유예나" userId="56804d69-2be5-4f9a-85f3-71ac819806f9" providerId="ADAL" clId="{5DB0559D-3B47-44A0-A615-11EEA75DF41F}" dt="2025-02-21T00:46:12.307" v="46" actId="2696"/>
        <pc:sldMkLst>
          <pc:docMk/>
          <pc:sldMk cId="1259974226" sldId="1183"/>
        </pc:sldMkLst>
      </pc:sldChg>
      <pc:sldChg chg="del">
        <pc:chgData name="유예나" userId="56804d69-2be5-4f9a-85f3-71ac819806f9" providerId="ADAL" clId="{5DB0559D-3B47-44A0-A615-11EEA75DF41F}" dt="2025-02-21T00:46:12.307" v="46" actId="2696"/>
        <pc:sldMkLst>
          <pc:docMk/>
          <pc:sldMk cId="1295447532" sldId="1185"/>
        </pc:sldMkLst>
      </pc:sldChg>
      <pc:sldChg chg="del">
        <pc:chgData name="유예나" userId="56804d69-2be5-4f9a-85f3-71ac819806f9" providerId="ADAL" clId="{5DB0559D-3B47-44A0-A615-11EEA75DF41F}" dt="2025-02-21T00:46:12.307" v="46" actId="2696"/>
        <pc:sldMkLst>
          <pc:docMk/>
          <pc:sldMk cId="2534048239" sldId="1186"/>
        </pc:sldMkLst>
      </pc:sldChg>
      <pc:sldChg chg="del">
        <pc:chgData name="유예나" userId="56804d69-2be5-4f9a-85f3-71ac819806f9" providerId="ADAL" clId="{5DB0559D-3B47-44A0-A615-11EEA75DF41F}" dt="2025-02-21T00:46:12.307" v="46" actId="2696"/>
        <pc:sldMkLst>
          <pc:docMk/>
          <pc:sldMk cId="1084553033" sldId="1187"/>
        </pc:sldMkLst>
      </pc:sldChg>
      <pc:sldChg chg="del">
        <pc:chgData name="유예나" userId="56804d69-2be5-4f9a-85f3-71ac819806f9" providerId="ADAL" clId="{5DB0559D-3B47-44A0-A615-11EEA75DF41F}" dt="2025-02-21T00:46:12.307" v="46" actId="2696"/>
        <pc:sldMkLst>
          <pc:docMk/>
          <pc:sldMk cId="3511289372" sldId="1188"/>
        </pc:sldMkLst>
      </pc:sldChg>
      <pc:sldChg chg="del">
        <pc:chgData name="유예나" userId="56804d69-2be5-4f9a-85f3-71ac819806f9" providerId="ADAL" clId="{5DB0559D-3B47-44A0-A615-11EEA75DF41F}" dt="2025-02-21T00:46:12.307" v="46" actId="2696"/>
        <pc:sldMkLst>
          <pc:docMk/>
          <pc:sldMk cId="3128855274" sldId="1189"/>
        </pc:sldMkLst>
      </pc:sldChg>
      <pc:sldChg chg="del">
        <pc:chgData name="유예나" userId="56804d69-2be5-4f9a-85f3-71ac819806f9" providerId="ADAL" clId="{5DB0559D-3B47-44A0-A615-11EEA75DF41F}" dt="2025-02-21T00:46:12.307" v="46" actId="2696"/>
        <pc:sldMkLst>
          <pc:docMk/>
          <pc:sldMk cId="3983485914" sldId="1190"/>
        </pc:sldMkLst>
      </pc:sldChg>
      <pc:sldChg chg="del">
        <pc:chgData name="유예나" userId="56804d69-2be5-4f9a-85f3-71ac819806f9" providerId="ADAL" clId="{5DB0559D-3B47-44A0-A615-11EEA75DF41F}" dt="2025-02-21T00:46:12.307" v="46" actId="2696"/>
        <pc:sldMkLst>
          <pc:docMk/>
          <pc:sldMk cId="3504185735" sldId="1191"/>
        </pc:sldMkLst>
      </pc:sldChg>
      <pc:sldChg chg="del">
        <pc:chgData name="유예나" userId="56804d69-2be5-4f9a-85f3-71ac819806f9" providerId="ADAL" clId="{5DB0559D-3B47-44A0-A615-11EEA75DF41F}" dt="2025-02-21T00:46:12.307" v="46" actId="2696"/>
        <pc:sldMkLst>
          <pc:docMk/>
          <pc:sldMk cId="1179199906" sldId="1192"/>
        </pc:sldMkLst>
      </pc:sldChg>
      <pc:sldChg chg="del">
        <pc:chgData name="유예나" userId="56804d69-2be5-4f9a-85f3-71ac819806f9" providerId="ADAL" clId="{5DB0559D-3B47-44A0-A615-11EEA75DF41F}" dt="2025-02-21T00:46:55.619" v="90" actId="47"/>
        <pc:sldMkLst>
          <pc:docMk/>
          <pc:sldMk cId="1931103224" sldId="1193"/>
        </pc:sldMkLst>
      </pc:sldChg>
      <pc:sldChg chg="del">
        <pc:chgData name="유예나" userId="56804d69-2be5-4f9a-85f3-71ac819806f9" providerId="ADAL" clId="{5DB0559D-3B47-44A0-A615-11EEA75DF41F}" dt="2025-02-21T00:46:12.307" v="46" actId="2696"/>
        <pc:sldMkLst>
          <pc:docMk/>
          <pc:sldMk cId="3262669584" sldId="1194"/>
        </pc:sldMkLst>
      </pc:sldChg>
      <pc:sldChg chg="del">
        <pc:chgData name="유예나" userId="56804d69-2be5-4f9a-85f3-71ac819806f9" providerId="ADAL" clId="{5DB0559D-3B47-44A0-A615-11EEA75DF41F}" dt="2025-02-21T00:46:55.619" v="90" actId="47"/>
        <pc:sldMkLst>
          <pc:docMk/>
          <pc:sldMk cId="2509677873" sldId="1195"/>
        </pc:sldMkLst>
      </pc:sldChg>
      <pc:sldChg chg="del">
        <pc:chgData name="유예나" userId="56804d69-2be5-4f9a-85f3-71ac819806f9" providerId="ADAL" clId="{5DB0559D-3B47-44A0-A615-11EEA75DF41F}" dt="2025-02-21T00:46:55.619" v="90" actId="47"/>
        <pc:sldMkLst>
          <pc:docMk/>
          <pc:sldMk cId="986755375" sldId="1196"/>
        </pc:sldMkLst>
      </pc:sldChg>
      <pc:sldChg chg="del">
        <pc:chgData name="유예나" userId="56804d69-2be5-4f9a-85f3-71ac819806f9" providerId="ADAL" clId="{5DB0559D-3B47-44A0-A615-11EEA75DF41F}" dt="2025-02-21T00:46:55.619" v="90" actId="47"/>
        <pc:sldMkLst>
          <pc:docMk/>
          <pc:sldMk cId="925000129" sldId="1197"/>
        </pc:sldMkLst>
      </pc:sldChg>
      <pc:sldChg chg="del">
        <pc:chgData name="유예나" userId="56804d69-2be5-4f9a-85f3-71ac819806f9" providerId="ADAL" clId="{5DB0559D-3B47-44A0-A615-11EEA75DF41F}" dt="2025-02-21T00:46:12.307" v="46" actId="2696"/>
        <pc:sldMkLst>
          <pc:docMk/>
          <pc:sldMk cId="1978201882" sldId="1198"/>
        </pc:sldMkLst>
      </pc:sldChg>
      <pc:sldChg chg="new">
        <pc:chgData name="유예나" userId="56804d69-2be5-4f9a-85f3-71ac819806f9" providerId="ADAL" clId="{5DB0559D-3B47-44A0-A615-11EEA75DF41F}" dt="2025-02-21T00:46:25.088" v="50" actId="680"/>
        <pc:sldMkLst>
          <pc:docMk/>
          <pc:sldMk cId="2531398359" sldId="1198"/>
        </pc:sldMkLst>
      </pc:sldChg>
      <pc:sldChg chg="del">
        <pc:chgData name="유예나" userId="56804d69-2be5-4f9a-85f3-71ac819806f9" providerId="ADAL" clId="{5DB0559D-3B47-44A0-A615-11EEA75DF41F}" dt="2025-02-21T00:46:12.307" v="46" actId="2696"/>
        <pc:sldMkLst>
          <pc:docMk/>
          <pc:sldMk cId="840753535" sldId="1199"/>
        </pc:sldMkLst>
      </pc:sldChg>
    </pc:docChg>
  </pc:docChgLst>
  <pc:docChgLst>
    <pc:chgData name="유예나" userId="56804d69-2be5-4f9a-85f3-71ac819806f9" providerId="ADAL" clId="{40228D36-1655-4F54-A9EB-2617461CB508}"/>
    <pc:docChg chg="undo redo custSel addSld delSld modSld modMainMaster modSection">
      <pc:chgData name="유예나" userId="56804d69-2be5-4f9a-85f3-71ac819806f9" providerId="ADAL" clId="{40228D36-1655-4F54-A9EB-2617461CB508}" dt="2025-03-10T06:21:20.665" v="2027" actId="20577"/>
      <pc:docMkLst>
        <pc:docMk/>
      </pc:docMkLst>
      <pc:sldChg chg="addSp modSp mod">
        <pc:chgData name="유예나" userId="56804d69-2be5-4f9a-85f3-71ac819806f9" providerId="ADAL" clId="{40228D36-1655-4F54-A9EB-2617461CB508}" dt="2025-02-21T01:32:27.242" v="20"/>
        <pc:sldMkLst>
          <pc:docMk/>
          <pc:sldMk cId="663090028" sldId="259"/>
        </pc:sldMkLst>
        <pc:spChg chg="mod">
          <ac:chgData name="유예나" userId="56804d69-2be5-4f9a-85f3-71ac819806f9" providerId="ADAL" clId="{40228D36-1655-4F54-A9EB-2617461CB508}" dt="2025-02-21T00:49:29.558" v="8" actId="20577"/>
          <ac:spMkLst>
            <pc:docMk/>
            <pc:sldMk cId="663090028" sldId="259"/>
            <ac:spMk id="3" creationId="{95F57DC9-C93A-4186-A70B-EE25477B45C9}"/>
          </ac:spMkLst>
        </pc:spChg>
        <pc:spChg chg="mod">
          <ac:chgData name="유예나" userId="56804d69-2be5-4f9a-85f3-71ac819806f9" providerId="ADAL" clId="{40228D36-1655-4F54-A9EB-2617461CB508}" dt="2025-02-21T00:49:21.980" v="4" actId="20577"/>
          <ac:spMkLst>
            <pc:docMk/>
            <pc:sldMk cId="663090028" sldId="259"/>
            <ac:spMk id="6" creationId="{648CA881-48B2-44CF-802C-77A8154BE220}"/>
          </ac:spMkLst>
        </pc:spChg>
      </pc:sldChg>
      <pc:sldChg chg="modSp mod">
        <pc:chgData name="유예나" userId="56804d69-2be5-4f9a-85f3-71ac819806f9" providerId="ADAL" clId="{40228D36-1655-4F54-A9EB-2617461CB508}" dt="2025-02-21T00:49:39.818" v="10"/>
        <pc:sldMkLst>
          <pc:docMk/>
          <pc:sldMk cId="1687266130" sldId="362"/>
        </pc:sldMkLst>
        <pc:spChg chg="mod">
          <ac:chgData name="유예나" userId="56804d69-2be5-4f9a-85f3-71ac819806f9" providerId="ADAL" clId="{40228D36-1655-4F54-A9EB-2617461CB508}" dt="2025-02-21T00:49:37.201" v="9"/>
          <ac:spMkLst>
            <pc:docMk/>
            <pc:sldMk cId="1687266130" sldId="362"/>
            <ac:spMk id="6" creationId="{DEC948E3-FBF5-45EE-B6C5-B3EBDB6CD957}"/>
          </ac:spMkLst>
        </pc:spChg>
        <pc:spChg chg="mod">
          <ac:chgData name="유예나" userId="56804d69-2be5-4f9a-85f3-71ac819806f9" providerId="ADAL" clId="{40228D36-1655-4F54-A9EB-2617461CB508}" dt="2025-02-21T00:49:39.818" v="10"/>
          <ac:spMkLst>
            <pc:docMk/>
            <pc:sldMk cId="1687266130" sldId="362"/>
            <ac:spMk id="24" creationId="{9B295392-FB91-4594-8D67-2C3EFB13B1D7}"/>
          </ac:spMkLst>
        </pc:spChg>
      </pc:sldChg>
      <pc:sldChg chg="modSp mod">
        <pc:chgData name="유예나" userId="56804d69-2be5-4f9a-85f3-71ac819806f9" providerId="ADAL" clId="{40228D36-1655-4F54-A9EB-2617461CB508}" dt="2025-02-21T00:50:05.235" v="14" actId="14100"/>
        <pc:sldMkLst>
          <pc:docMk/>
          <pc:sldMk cId="3846560406" sldId="365"/>
        </pc:sldMkLst>
        <pc:spChg chg="mod">
          <ac:chgData name="유예나" userId="56804d69-2be5-4f9a-85f3-71ac819806f9" providerId="ADAL" clId="{40228D36-1655-4F54-A9EB-2617461CB508}" dt="2025-02-21T00:50:05.235" v="14" actId="14100"/>
          <ac:spMkLst>
            <pc:docMk/>
            <pc:sldMk cId="3846560406" sldId="365"/>
            <ac:spMk id="4" creationId="{FEC4E9F8-9F54-4403-818E-7B2AA489689F}"/>
          </ac:spMkLst>
        </pc:spChg>
      </pc:sldChg>
      <pc:sldChg chg="addSp delSp modSp add del mod modClrScheme chgLayout">
        <pc:chgData name="유예나" userId="56804d69-2be5-4f9a-85f3-71ac819806f9" providerId="ADAL" clId="{40228D36-1655-4F54-A9EB-2617461CB508}" dt="2025-02-21T05:31:00.511" v="26" actId="47"/>
        <pc:sldMkLst>
          <pc:docMk/>
          <pc:sldMk cId="2696477024" sldId="1045"/>
        </pc:sldMkLst>
      </pc:sldChg>
      <pc:sldChg chg="addSp modSp add">
        <pc:chgData name="유예나" userId="56804d69-2be5-4f9a-85f3-71ac819806f9" providerId="ADAL" clId="{40228D36-1655-4F54-A9EB-2617461CB508}" dt="2025-02-21T01:10:15.250" v="19"/>
        <pc:sldMkLst>
          <pc:docMk/>
          <pc:sldMk cId="535031718" sldId="1046"/>
        </pc:sldMkLst>
      </pc:sldChg>
      <pc:sldChg chg="add del">
        <pc:chgData name="유예나" userId="56804d69-2be5-4f9a-85f3-71ac819806f9" providerId="ADAL" clId="{40228D36-1655-4F54-A9EB-2617461CB508}" dt="2025-02-21T05:30:58.415" v="24" actId="2696"/>
        <pc:sldMkLst>
          <pc:docMk/>
          <pc:sldMk cId="1285995984" sldId="1047"/>
        </pc:sldMkLst>
      </pc:sldChg>
      <pc:sldChg chg="addSp delSp modSp add mod modClrScheme chgLayout">
        <pc:chgData name="유예나" userId="56804d69-2be5-4f9a-85f3-71ac819806f9" providerId="ADAL" clId="{40228D36-1655-4F54-A9EB-2617461CB508}" dt="2025-03-10T06:21:20.665" v="2027" actId="20577"/>
        <pc:sldMkLst>
          <pc:docMk/>
          <pc:sldMk cId="2686220954" sldId="1047"/>
        </pc:sldMkLst>
        <pc:spChg chg="mod ord">
          <ac:chgData name="유예나" userId="56804d69-2be5-4f9a-85f3-71ac819806f9" providerId="ADAL" clId="{40228D36-1655-4F54-A9EB-2617461CB508}" dt="2025-02-21T05:31:10.029" v="28" actId="700"/>
          <ac:spMkLst>
            <pc:docMk/>
            <pc:sldMk cId="2686220954" sldId="1047"/>
            <ac:spMk id="2" creationId="{9C177026-12EE-B2C6-66F1-E778ED0C91C0}"/>
          </ac:spMkLst>
        </pc:spChg>
        <pc:spChg chg="mod ord">
          <ac:chgData name="유예나" userId="56804d69-2be5-4f9a-85f3-71ac819806f9" providerId="ADAL" clId="{40228D36-1655-4F54-A9EB-2617461CB508}" dt="2025-02-21T05:31:10.029" v="28" actId="700"/>
          <ac:spMkLst>
            <pc:docMk/>
            <pc:sldMk cId="2686220954" sldId="1047"/>
            <ac:spMk id="3" creationId="{DF248377-179D-B04A-A509-52564C444D55}"/>
          </ac:spMkLst>
        </pc:spChg>
        <pc:spChg chg="mod ord">
          <ac:chgData name="유예나" userId="56804d69-2be5-4f9a-85f3-71ac819806f9" providerId="ADAL" clId="{40228D36-1655-4F54-A9EB-2617461CB508}" dt="2025-02-21T05:31:10.029" v="28" actId="700"/>
          <ac:spMkLst>
            <pc:docMk/>
            <pc:sldMk cId="2686220954" sldId="1047"/>
            <ac:spMk id="4" creationId="{9241B75A-CC48-108B-823D-F58C1172E3D6}"/>
          </ac:spMkLst>
        </pc:spChg>
        <pc:spChg chg="mod ord">
          <ac:chgData name="유예나" userId="56804d69-2be5-4f9a-85f3-71ac819806f9" providerId="ADAL" clId="{40228D36-1655-4F54-A9EB-2617461CB508}" dt="2025-02-21T05:31:10.029" v="28" actId="700"/>
          <ac:spMkLst>
            <pc:docMk/>
            <pc:sldMk cId="2686220954" sldId="1047"/>
            <ac:spMk id="5" creationId="{966559B1-07E9-9A92-6F98-0E08CE188BF7}"/>
          </ac:spMkLst>
        </pc:spChg>
        <pc:spChg chg="mod ord">
          <ac:chgData name="유예나" userId="56804d69-2be5-4f9a-85f3-71ac819806f9" providerId="ADAL" clId="{40228D36-1655-4F54-A9EB-2617461CB508}" dt="2025-02-21T05:31:10.029" v="28" actId="700"/>
          <ac:spMkLst>
            <pc:docMk/>
            <pc:sldMk cId="2686220954" sldId="1047"/>
            <ac:spMk id="6" creationId="{8FB49DC3-5F12-9DEF-37AE-242408625ECE}"/>
          </ac:spMkLst>
        </pc:spChg>
        <pc:spChg chg="mod ord">
          <ac:chgData name="유예나" userId="56804d69-2be5-4f9a-85f3-71ac819806f9" providerId="ADAL" clId="{40228D36-1655-4F54-A9EB-2617461CB508}" dt="2025-02-21T05:31:10.029" v="28" actId="700"/>
          <ac:spMkLst>
            <pc:docMk/>
            <pc:sldMk cId="2686220954" sldId="1047"/>
            <ac:spMk id="7" creationId="{7A1EE237-D9C6-EBD6-075F-F90999131D8B}"/>
          </ac:spMkLst>
        </pc:spChg>
        <pc:spChg chg="mod">
          <ac:chgData name="유예나" userId="56804d69-2be5-4f9a-85f3-71ac819806f9" providerId="ADAL" clId="{40228D36-1655-4F54-A9EB-2617461CB508}" dt="2025-03-10T06:21:20.665" v="2027" actId="20577"/>
          <ac:spMkLst>
            <pc:docMk/>
            <pc:sldMk cId="2686220954" sldId="1047"/>
            <ac:spMk id="14" creationId="{62BF2211-4716-D8A4-63CF-665668E09959}"/>
          </ac:spMkLst>
        </pc:spChg>
      </pc:sldChg>
      <pc:sldChg chg="add del">
        <pc:chgData name="유예나" userId="56804d69-2be5-4f9a-85f3-71ac819806f9" providerId="ADAL" clId="{40228D36-1655-4F54-A9EB-2617461CB508}" dt="2025-02-21T05:30:58.415" v="24" actId="2696"/>
        <pc:sldMkLst>
          <pc:docMk/>
          <pc:sldMk cId="90680388" sldId="1051"/>
        </pc:sldMkLst>
      </pc:sldChg>
      <pc:sldChg chg="addSp modSp add mod">
        <pc:chgData name="유예나" userId="56804d69-2be5-4f9a-85f3-71ac819806f9" providerId="ADAL" clId="{40228D36-1655-4F54-A9EB-2617461CB508}" dt="2025-02-25T08:11:20.793" v="1785" actId="20577"/>
        <pc:sldMkLst>
          <pc:docMk/>
          <pc:sldMk cId="853336831" sldId="1051"/>
        </pc:sldMkLst>
        <pc:spChg chg="mod">
          <ac:chgData name="유예나" userId="56804d69-2be5-4f9a-85f3-71ac819806f9" providerId="ADAL" clId="{40228D36-1655-4F54-A9EB-2617461CB508}" dt="2025-02-25T08:10:52.558" v="1742"/>
          <ac:spMkLst>
            <pc:docMk/>
            <pc:sldMk cId="853336831" sldId="1051"/>
            <ac:spMk id="4" creationId="{23FCD4D3-875B-32CE-65E6-C985E353D91E}"/>
          </ac:spMkLst>
        </pc:spChg>
        <pc:spChg chg="mod">
          <ac:chgData name="유예나" userId="56804d69-2be5-4f9a-85f3-71ac819806f9" providerId="ADAL" clId="{40228D36-1655-4F54-A9EB-2617461CB508}" dt="2025-02-25T08:11:11.720" v="1784" actId="207"/>
          <ac:spMkLst>
            <pc:docMk/>
            <pc:sldMk cId="853336831" sldId="1051"/>
            <ac:spMk id="5" creationId="{23287800-5DC8-5558-1EBE-C969E6C084E9}"/>
          </ac:spMkLst>
        </pc:spChg>
        <pc:spChg chg="mod">
          <ac:chgData name="유예나" userId="56804d69-2be5-4f9a-85f3-71ac819806f9" providerId="ADAL" clId="{40228D36-1655-4F54-A9EB-2617461CB508}" dt="2025-02-21T07:03:36.956" v="1267"/>
          <ac:spMkLst>
            <pc:docMk/>
            <pc:sldMk cId="853336831" sldId="1051"/>
            <ac:spMk id="14" creationId="{83DFEDFC-82A5-649A-B1ED-7B14DAE8081C}"/>
          </ac:spMkLst>
        </pc:spChg>
        <pc:spChg chg="mod">
          <ac:chgData name="유예나" userId="56804d69-2be5-4f9a-85f3-71ac819806f9" providerId="ADAL" clId="{40228D36-1655-4F54-A9EB-2617461CB508}" dt="2025-02-25T08:11:20.793" v="1785" actId="20577"/>
          <ac:spMkLst>
            <pc:docMk/>
            <pc:sldMk cId="853336831" sldId="1051"/>
            <ac:spMk id="15" creationId="{BDACC416-AB8D-D638-E1A2-9BA1739FE555}"/>
          </ac:spMkLst>
        </pc:spChg>
        <pc:spChg chg="mod">
          <ac:chgData name="유예나" userId="56804d69-2be5-4f9a-85f3-71ac819806f9" providerId="ADAL" clId="{40228D36-1655-4F54-A9EB-2617461CB508}" dt="2025-02-21T07:05:22.329" v="1710"/>
          <ac:spMkLst>
            <pc:docMk/>
            <pc:sldMk cId="853336831" sldId="1051"/>
            <ac:spMk id="18" creationId="{26C2C5EA-8F16-FDB4-1947-A460CC7B3BAB}"/>
          </ac:spMkLst>
        </pc:spChg>
        <pc:grpChg chg="add mod">
          <ac:chgData name="유예나" userId="56804d69-2be5-4f9a-85f3-71ac819806f9" providerId="ADAL" clId="{40228D36-1655-4F54-A9EB-2617461CB508}" dt="2025-02-25T08:10:48.890" v="1727" actId="1076"/>
          <ac:grpSpMkLst>
            <pc:docMk/>
            <pc:sldMk cId="853336831" sldId="1051"/>
            <ac:grpSpMk id="3" creationId="{5BED07F2-B184-F4AD-A98C-40A01CBB5E80}"/>
          </ac:grpSpMkLst>
        </pc:grpChg>
        <pc:grpChg chg="mod">
          <ac:chgData name="유예나" userId="56804d69-2be5-4f9a-85f3-71ac819806f9" providerId="ADAL" clId="{40228D36-1655-4F54-A9EB-2617461CB508}" dt="2025-02-21T07:04:53.631" v="1657" actId="1076"/>
          <ac:grpSpMkLst>
            <pc:docMk/>
            <pc:sldMk cId="853336831" sldId="1051"/>
            <ac:grpSpMk id="11" creationId="{7EB4BE19-1602-59F1-4274-00FA9F96E1E9}"/>
          </ac:grpSpMkLst>
        </pc:grpChg>
      </pc:sldChg>
      <pc:sldChg chg="addSp delSp modSp add del mod modClrScheme chgLayout">
        <pc:chgData name="유예나" userId="56804d69-2be5-4f9a-85f3-71ac819806f9" providerId="ADAL" clId="{40228D36-1655-4F54-A9EB-2617461CB508}" dt="2025-02-21T07:03:29.112" v="1259" actId="2696"/>
        <pc:sldMkLst>
          <pc:docMk/>
          <pc:sldMk cId="4029583968" sldId="1051"/>
        </pc:sldMkLst>
      </pc:sldChg>
      <pc:sldChg chg="addSp delSp modSp add mod">
        <pc:chgData name="유예나" userId="56804d69-2be5-4f9a-85f3-71ac819806f9" providerId="ADAL" clId="{40228D36-1655-4F54-A9EB-2617461CB508}" dt="2025-02-21T06:15:23.971" v="874" actId="1076"/>
        <pc:sldMkLst>
          <pc:docMk/>
          <pc:sldMk cId="1163168" sldId="1052"/>
        </pc:sldMkLst>
        <pc:spChg chg="mod">
          <ac:chgData name="유예나" userId="56804d69-2be5-4f9a-85f3-71ac819806f9" providerId="ADAL" clId="{40228D36-1655-4F54-A9EB-2617461CB508}" dt="2025-02-21T06:15:23.971" v="874" actId="1076"/>
          <ac:spMkLst>
            <pc:docMk/>
            <pc:sldMk cId="1163168" sldId="1052"/>
            <ac:spMk id="21" creationId="{373327E4-031B-A69D-EAD2-5330CAB056E0}"/>
          </ac:spMkLst>
        </pc:spChg>
        <pc:picChg chg="add mod ord">
          <ac:chgData name="유예나" userId="56804d69-2be5-4f9a-85f3-71ac819806f9" providerId="ADAL" clId="{40228D36-1655-4F54-A9EB-2617461CB508}" dt="2025-02-21T06:15:15.956" v="871" actId="208"/>
          <ac:picMkLst>
            <pc:docMk/>
            <pc:sldMk cId="1163168" sldId="1052"/>
            <ac:picMk id="16" creationId="{92D3C10C-38C7-EAD3-8070-2A03DFCADF39}"/>
          </ac:picMkLst>
        </pc:picChg>
      </pc:sldChg>
      <pc:sldChg chg="delSp modSp add mod">
        <pc:chgData name="유예나" userId="56804d69-2be5-4f9a-85f3-71ac819806f9" providerId="ADAL" clId="{40228D36-1655-4F54-A9EB-2617461CB508}" dt="2025-02-21T06:15:40.082" v="877" actId="1076"/>
        <pc:sldMkLst>
          <pc:docMk/>
          <pc:sldMk cId="2242500094" sldId="1053"/>
        </pc:sldMkLst>
        <pc:grpChg chg="mod">
          <ac:chgData name="유예나" userId="56804d69-2be5-4f9a-85f3-71ac819806f9" providerId="ADAL" clId="{40228D36-1655-4F54-A9EB-2617461CB508}" dt="2025-02-21T06:15:40.082" v="877" actId="1076"/>
          <ac:grpSpMkLst>
            <pc:docMk/>
            <pc:sldMk cId="2242500094" sldId="1053"/>
            <ac:grpSpMk id="27" creationId="{78371198-DAAC-C283-ACFA-4FA4962B187E}"/>
          </ac:grpSpMkLst>
        </pc:grpChg>
      </pc:sldChg>
      <pc:sldChg chg="addSp delSp modSp add mod">
        <pc:chgData name="유예나" userId="56804d69-2be5-4f9a-85f3-71ac819806f9" providerId="ADAL" clId="{40228D36-1655-4F54-A9EB-2617461CB508}" dt="2025-02-21T06:19:14.245" v="947" actId="11529"/>
        <pc:sldMkLst>
          <pc:docMk/>
          <pc:sldMk cId="1984488840" sldId="1054"/>
        </pc:sldMkLst>
        <pc:spChg chg="add">
          <ac:chgData name="유예나" userId="56804d69-2be5-4f9a-85f3-71ac819806f9" providerId="ADAL" clId="{40228D36-1655-4F54-A9EB-2617461CB508}" dt="2025-02-21T06:19:14.245" v="947" actId="11529"/>
          <ac:spMkLst>
            <pc:docMk/>
            <pc:sldMk cId="1984488840" sldId="1054"/>
            <ac:spMk id="18" creationId="{9E4E51FA-D5C6-5EC0-D8FB-DE164ACBE0B3}"/>
          </ac:spMkLst>
        </pc:spChg>
        <pc:picChg chg="add mod ord">
          <ac:chgData name="유예나" userId="56804d69-2be5-4f9a-85f3-71ac819806f9" providerId="ADAL" clId="{40228D36-1655-4F54-A9EB-2617461CB508}" dt="2025-02-21T06:19:09.704" v="946" actId="208"/>
          <ac:picMkLst>
            <pc:docMk/>
            <pc:sldMk cId="1984488840" sldId="1054"/>
            <ac:picMk id="17" creationId="{1777AC9D-B4C7-36E3-7010-04E75921ECE3}"/>
          </ac:picMkLst>
        </pc:picChg>
      </pc:sldChg>
      <pc:sldChg chg="addSp delSp modSp add mod">
        <pc:chgData name="유예나" userId="56804d69-2be5-4f9a-85f3-71ac819806f9" providerId="ADAL" clId="{40228D36-1655-4F54-A9EB-2617461CB508}" dt="2025-02-21T06:35:49.824" v="972" actId="11529"/>
        <pc:sldMkLst>
          <pc:docMk/>
          <pc:sldMk cId="1273218325" sldId="1055"/>
        </pc:sldMkLst>
        <pc:spChg chg="add">
          <ac:chgData name="유예나" userId="56804d69-2be5-4f9a-85f3-71ac819806f9" providerId="ADAL" clId="{40228D36-1655-4F54-A9EB-2617461CB508}" dt="2025-02-21T06:35:49.824" v="972" actId="11529"/>
          <ac:spMkLst>
            <pc:docMk/>
            <pc:sldMk cId="1273218325" sldId="1055"/>
            <ac:spMk id="21" creationId="{580AC266-F927-4478-DD14-B9BD17A13086}"/>
          </ac:spMkLst>
        </pc:spChg>
        <pc:picChg chg="add mod">
          <ac:chgData name="유예나" userId="56804d69-2be5-4f9a-85f3-71ac819806f9" providerId="ADAL" clId="{40228D36-1655-4F54-A9EB-2617461CB508}" dt="2025-02-21T06:35:45.290" v="971" actId="1076"/>
          <ac:picMkLst>
            <pc:docMk/>
            <pc:sldMk cId="1273218325" sldId="1055"/>
            <ac:picMk id="20" creationId="{4D170123-13C6-6D0C-4EA1-841D68494B90}"/>
          </ac:picMkLst>
        </pc:picChg>
      </pc:sldChg>
      <pc:sldChg chg="addSp delSp modSp add mod">
        <pc:chgData name="유예나" userId="56804d69-2be5-4f9a-85f3-71ac819806f9" providerId="ADAL" clId="{40228D36-1655-4F54-A9EB-2617461CB508}" dt="2025-02-21T06:39:44.382" v="1058" actId="164"/>
        <pc:sldMkLst>
          <pc:docMk/>
          <pc:sldMk cId="3728212683" sldId="1057"/>
        </pc:sldMkLst>
        <pc:spChg chg="mod topLvl">
          <ac:chgData name="유예나" userId="56804d69-2be5-4f9a-85f3-71ac819806f9" providerId="ADAL" clId="{40228D36-1655-4F54-A9EB-2617461CB508}" dt="2025-02-21T06:39:44.382" v="1058" actId="164"/>
          <ac:spMkLst>
            <pc:docMk/>
            <pc:sldMk cId="3728212683" sldId="1057"/>
            <ac:spMk id="3" creationId="{8E095B64-2A54-7B8F-3A7E-37A9C35A2C3E}"/>
          </ac:spMkLst>
        </pc:spChg>
        <pc:spChg chg="add mod">
          <ac:chgData name="유예나" userId="56804d69-2be5-4f9a-85f3-71ac819806f9" providerId="ADAL" clId="{40228D36-1655-4F54-A9EB-2617461CB508}" dt="2025-02-21T06:39:44.382" v="1058" actId="164"/>
          <ac:spMkLst>
            <pc:docMk/>
            <pc:sldMk cId="3728212683" sldId="1057"/>
            <ac:spMk id="6" creationId="{A438118A-5BCF-BCE5-D25A-FB00F63AEBCE}"/>
          </ac:spMkLst>
        </pc:spChg>
        <pc:spChg chg="add mod">
          <ac:chgData name="유예나" userId="56804d69-2be5-4f9a-85f3-71ac819806f9" providerId="ADAL" clId="{40228D36-1655-4F54-A9EB-2617461CB508}" dt="2025-02-21T06:39:44.382" v="1058" actId="164"/>
          <ac:spMkLst>
            <pc:docMk/>
            <pc:sldMk cId="3728212683" sldId="1057"/>
            <ac:spMk id="7" creationId="{E5B1F086-498B-72AD-3759-EDD170CCABA0}"/>
          </ac:spMkLst>
        </pc:spChg>
        <pc:spChg chg="mod topLvl">
          <ac:chgData name="유예나" userId="56804d69-2be5-4f9a-85f3-71ac819806f9" providerId="ADAL" clId="{40228D36-1655-4F54-A9EB-2617461CB508}" dt="2025-02-21T06:39:44.382" v="1058" actId="164"/>
          <ac:spMkLst>
            <pc:docMk/>
            <pc:sldMk cId="3728212683" sldId="1057"/>
            <ac:spMk id="16" creationId="{50D3946A-C5E6-62B3-EC0E-8A04390E3365}"/>
          </ac:spMkLst>
        </pc:spChg>
        <pc:grpChg chg="add mod">
          <ac:chgData name="유예나" userId="56804d69-2be5-4f9a-85f3-71ac819806f9" providerId="ADAL" clId="{40228D36-1655-4F54-A9EB-2617461CB508}" dt="2025-02-21T06:39:44.382" v="1058" actId="164"/>
          <ac:grpSpMkLst>
            <pc:docMk/>
            <pc:sldMk cId="3728212683" sldId="1057"/>
            <ac:grpSpMk id="19" creationId="{3A534527-D213-E0E9-1F8F-3CB962727A0D}"/>
          </ac:grpSpMkLst>
        </pc:grpChg>
        <pc:picChg chg="add mod ord modCrop">
          <ac:chgData name="유예나" userId="56804d69-2be5-4f9a-85f3-71ac819806f9" providerId="ADAL" clId="{40228D36-1655-4F54-A9EB-2617461CB508}" dt="2025-02-21T06:39:44.382" v="1058" actId="164"/>
          <ac:picMkLst>
            <pc:docMk/>
            <pc:sldMk cId="3728212683" sldId="1057"/>
            <ac:picMk id="5" creationId="{13E54BE7-9D00-DC03-32DA-A284A153463C}"/>
          </ac:picMkLst>
        </pc:picChg>
      </pc:sldChg>
      <pc:sldChg chg="add del">
        <pc:chgData name="유예나" userId="56804d69-2be5-4f9a-85f3-71ac819806f9" providerId="ADAL" clId="{40228D36-1655-4F54-A9EB-2617461CB508}" dt="2025-02-21T06:35:23.662" v="965" actId="47"/>
        <pc:sldMkLst>
          <pc:docMk/>
          <pc:sldMk cId="64933119" sldId="1058"/>
        </pc:sldMkLst>
      </pc:sldChg>
      <pc:sldChg chg="addSp delSp modSp add mod">
        <pc:chgData name="유예나" userId="56804d69-2be5-4f9a-85f3-71ac819806f9" providerId="ADAL" clId="{40228D36-1655-4F54-A9EB-2617461CB508}" dt="2025-02-21T06:43:08.183" v="1091" actId="18131"/>
        <pc:sldMkLst>
          <pc:docMk/>
          <pc:sldMk cId="419049835" sldId="1059"/>
        </pc:sldMkLst>
        <pc:spChg chg="mod topLvl">
          <ac:chgData name="유예나" userId="56804d69-2be5-4f9a-85f3-71ac819806f9" providerId="ADAL" clId="{40228D36-1655-4F54-A9EB-2617461CB508}" dt="2025-02-21T06:40:24.748" v="1066" actId="165"/>
          <ac:spMkLst>
            <pc:docMk/>
            <pc:sldMk cId="419049835" sldId="1059"/>
            <ac:spMk id="22" creationId="{A0FC6070-85FA-6966-B640-EA2D06E8A0E0}"/>
          </ac:spMkLst>
        </pc:spChg>
        <pc:spChg chg="mod topLvl">
          <ac:chgData name="유예나" userId="56804d69-2be5-4f9a-85f3-71ac819806f9" providerId="ADAL" clId="{40228D36-1655-4F54-A9EB-2617461CB508}" dt="2025-02-21T06:40:24.748" v="1066" actId="165"/>
          <ac:spMkLst>
            <pc:docMk/>
            <pc:sldMk cId="419049835" sldId="1059"/>
            <ac:spMk id="23" creationId="{1B49CBBE-5A38-FE85-37D9-19EDF947A96E}"/>
          </ac:spMkLst>
        </pc:spChg>
        <pc:picChg chg="add mod modCrop">
          <ac:chgData name="유예나" userId="56804d69-2be5-4f9a-85f3-71ac819806f9" providerId="ADAL" clId="{40228D36-1655-4F54-A9EB-2617461CB508}" dt="2025-02-21T06:43:01.987" v="1090" actId="1076"/>
          <ac:picMkLst>
            <pc:docMk/>
            <pc:sldMk cId="419049835" sldId="1059"/>
            <ac:picMk id="11" creationId="{48F85494-C767-8351-F7B1-8EAC91462F07}"/>
          </ac:picMkLst>
        </pc:picChg>
        <pc:picChg chg="add mod modCrop">
          <ac:chgData name="유예나" userId="56804d69-2be5-4f9a-85f3-71ac819806f9" providerId="ADAL" clId="{40228D36-1655-4F54-A9EB-2617461CB508}" dt="2025-02-21T06:43:08.183" v="1091" actId="18131"/>
          <ac:picMkLst>
            <pc:docMk/>
            <pc:sldMk cId="419049835" sldId="1059"/>
            <ac:picMk id="13" creationId="{A1593777-6B2C-7088-CC15-44CCC372393B}"/>
          </ac:picMkLst>
        </pc:picChg>
      </pc:sldChg>
      <pc:sldChg chg="addSp delSp modSp add mod">
        <pc:chgData name="유예나" userId="56804d69-2be5-4f9a-85f3-71ac819806f9" providerId="ADAL" clId="{40228D36-1655-4F54-A9EB-2617461CB508}" dt="2025-02-25T08:16:18.775" v="1983"/>
        <pc:sldMkLst>
          <pc:docMk/>
          <pc:sldMk cId="3602692272" sldId="1060"/>
        </pc:sldMkLst>
        <pc:spChg chg="mod">
          <ac:chgData name="유예나" userId="56804d69-2be5-4f9a-85f3-71ac819806f9" providerId="ADAL" clId="{40228D36-1655-4F54-A9EB-2617461CB508}" dt="2025-02-21T06:45:03.650" v="1104" actId="14100"/>
          <ac:spMkLst>
            <pc:docMk/>
            <pc:sldMk cId="3602692272" sldId="1060"/>
            <ac:spMk id="3" creationId="{2C8C89F1-7C79-62B6-1B1B-07EEBB08DB31}"/>
          </ac:spMkLst>
        </pc:spChg>
        <pc:spChg chg="add del mod">
          <ac:chgData name="유예나" userId="56804d69-2be5-4f9a-85f3-71ac819806f9" providerId="ADAL" clId="{40228D36-1655-4F54-A9EB-2617461CB508}" dt="2025-02-25T08:16:18.775" v="1983"/>
          <ac:spMkLst>
            <pc:docMk/>
            <pc:sldMk cId="3602692272" sldId="1060"/>
            <ac:spMk id="7" creationId="{8A1BBBF0-9395-6374-90B4-33D7119CCF90}"/>
          </ac:spMkLst>
        </pc:spChg>
        <pc:spChg chg="mod">
          <ac:chgData name="유예나" userId="56804d69-2be5-4f9a-85f3-71ac819806f9" providerId="ADAL" clId="{40228D36-1655-4F54-A9EB-2617461CB508}" dt="2025-02-25T08:16:03.930" v="1961"/>
          <ac:spMkLst>
            <pc:docMk/>
            <pc:sldMk cId="3602692272" sldId="1060"/>
            <ac:spMk id="19" creationId="{0AEF6E26-15B2-148E-303B-8B88D71FB9CB}"/>
          </ac:spMkLst>
        </pc:spChg>
        <pc:spChg chg="mod">
          <ac:chgData name="유예나" userId="56804d69-2be5-4f9a-85f3-71ac819806f9" providerId="ADAL" clId="{40228D36-1655-4F54-A9EB-2617461CB508}" dt="2025-02-25T08:16:03.930" v="1961"/>
          <ac:spMkLst>
            <pc:docMk/>
            <pc:sldMk cId="3602692272" sldId="1060"/>
            <ac:spMk id="20" creationId="{AF1CF344-CE05-D569-E627-30A1821C3247}"/>
          </ac:spMkLst>
        </pc:spChg>
        <pc:grpChg chg="add mod">
          <ac:chgData name="유예나" userId="56804d69-2be5-4f9a-85f3-71ac819806f9" providerId="ADAL" clId="{40228D36-1655-4F54-A9EB-2617461CB508}" dt="2025-02-25T08:16:03.930" v="1961"/>
          <ac:grpSpMkLst>
            <pc:docMk/>
            <pc:sldMk cId="3602692272" sldId="1060"/>
            <ac:grpSpMk id="18" creationId="{9E3ADAA0-0E88-E294-9F4B-B3B6D7FFDFAF}"/>
          </ac:grpSpMkLst>
        </pc:grpChg>
        <pc:picChg chg="add mod ord">
          <ac:chgData name="유예나" userId="56804d69-2be5-4f9a-85f3-71ac819806f9" providerId="ADAL" clId="{40228D36-1655-4F54-A9EB-2617461CB508}" dt="2025-02-21T06:44:47.734" v="1098" actId="208"/>
          <ac:picMkLst>
            <pc:docMk/>
            <pc:sldMk cId="3602692272" sldId="1060"/>
            <ac:picMk id="17" creationId="{5710E69D-C592-3EF2-B1E3-3744DC10A1D2}"/>
          </ac:picMkLst>
        </pc:picChg>
      </pc:sldChg>
      <pc:sldChg chg="addSp delSp modSp add mod">
        <pc:chgData name="유예나" userId="56804d69-2be5-4f9a-85f3-71ac819806f9" providerId="ADAL" clId="{40228D36-1655-4F54-A9EB-2617461CB508}" dt="2025-02-21T06:49:00.916" v="1206" actId="14100"/>
        <pc:sldMkLst>
          <pc:docMk/>
          <pc:sldMk cId="2130230315" sldId="1061"/>
        </pc:sldMkLst>
        <pc:spChg chg="mod">
          <ac:chgData name="유예나" userId="56804d69-2be5-4f9a-85f3-71ac819806f9" providerId="ADAL" clId="{40228D36-1655-4F54-A9EB-2617461CB508}" dt="2025-02-21T06:49:00.916" v="1206" actId="14100"/>
          <ac:spMkLst>
            <pc:docMk/>
            <pc:sldMk cId="2130230315" sldId="1061"/>
            <ac:spMk id="28" creationId="{5B8C25B7-A3BA-12C9-7F32-6540CD11B173}"/>
          </ac:spMkLst>
        </pc:spChg>
        <pc:picChg chg="add mod ord">
          <ac:chgData name="유예나" userId="56804d69-2be5-4f9a-85f3-71ac819806f9" providerId="ADAL" clId="{40228D36-1655-4F54-A9EB-2617461CB508}" dt="2025-02-21T06:48:53.895" v="1204" actId="208"/>
          <ac:picMkLst>
            <pc:docMk/>
            <pc:sldMk cId="2130230315" sldId="1061"/>
            <ac:picMk id="4" creationId="{40275A16-2E27-359D-814C-4E72C7F708F4}"/>
          </ac:picMkLst>
        </pc:picChg>
      </pc:sldChg>
      <pc:sldChg chg="add">
        <pc:chgData name="유예나" userId="56804d69-2be5-4f9a-85f3-71ac819806f9" providerId="ADAL" clId="{40228D36-1655-4F54-A9EB-2617461CB508}" dt="2025-02-21T05:30:56.388" v="23"/>
        <pc:sldMkLst>
          <pc:docMk/>
          <pc:sldMk cId="2875790121" sldId="1062"/>
        </pc:sldMkLst>
      </pc:sldChg>
      <pc:sldChg chg="addSp delSp modSp add mod">
        <pc:chgData name="유예나" userId="56804d69-2be5-4f9a-85f3-71ac819806f9" providerId="ADAL" clId="{40228D36-1655-4F54-A9EB-2617461CB508}" dt="2025-02-25T08:17:06.776" v="2002" actId="20577"/>
        <pc:sldMkLst>
          <pc:docMk/>
          <pc:sldMk cId="1956525374" sldId="1063"/>
        </pc:sldMkLst>
        <pc:spChg chg="mod">
          <ac:chgData name="유예나" userId="56804d69-2be5-4f9a-85f3-71ac819806f9" providerId="ADAL" clId="{40228D36-1655-4F54-A9EB-2617461CB508}" dt="2025-02-25T08:17:06.776" v="2002" actId="20577"/>
          <ac:spMkLst>
            <pc:docMk/>
            <pc:sldMk cId="1956525374" sldId="1063"/>
            <ac:spMk id="7" creationId="{968F0B42-A4D3-3762-6232-ECF9BD2E28DA}"/>
          </ac:spMkLst>
        </pc:spChg>
        <pc:picChg chg="add del">
          <ac:chgData name="유예나" userId="56804d69-2be5-4f9a-85f3-71ac819806f9" providerId="ADAL" clId="{40228D36-1655-4F54-A9EB-2617461CB508}" dt="2025-02-21T06:48:34.806" v="1196" actId="478"/>
          <ac:picMkLst>
            <pc:docMk/>
            <pc:sldMk cId="1956525374" sldId="1063"/>
            <ac:picMk id="5" creationId="{865AE65C-2E57-8F37-AF15-6B00E2879C99}"/>
          </ac:picMkLst>
        </pc:picChg>
      </pc:sldChg>
      <pc:sldChg chg="addSp delSp modSp add del mod">
        <pc:chgData name="유예나" userId="56804d69-2be5-4f9a-85f3-71ac819806f9" providerId="ADAL" clId="{40228D36-1655-4F54-A9EB-2617461CB508}" dt="2025-02-21T06:50:35.706" v="1231" actId="2696"/>
        <pc:sldMkLst>
          <pc:docMk/>
          <pc:sldMk cId="2800032564" sldId="1064"/>
        </pc:sldMkLst>
      </pc:sldChg>
      <pc:sldChg chg="add">
        <pc:chgData name="유예나" userId="56804d69-2be5-4f9a-85f3-71ac819806f9" providerId="ADAL" clId="{40228D36-1655-4F54-A9EB-2617461CB508}" dt="2025-02-21T06:50:44.564" v="1232"/>
        <pc:sldMkLst>
          <pc:docMk/>
          <pc:sldMk cId="3799991696" sldId="1064"/>
        </pc:sldMkLst>
      </pc:sldChg>
      <pc:sldChg chg="addSp delSp modSp add mod">
        <pc:chgData name="유예나" userId="56804d69-2be5-4f9a-85f3-71ac819806f9" providerId="ADAL" clId="{40228D36-1655-4F54-A9EB-2617461CB508}" dt="2025-02-21T06:49:57.096" v="1221" actId="1036"/>
        <pc:sldMkLst>
          <pc:docMk/>
          <pc:sldMk cId="1889540803" sldId="1065"/>
        </pc:sldMkLst>
        <pc:spChg chg="add mod">
          <ac:chgData name="유예나" userId="56804d69-2be5-4f9a-85f3-71ac819806f9" providerId="ADAL" clId="{40228D36-1655-4F54-A9EB-2617461CB508}" dt="2025-02-21T06:49:50.859" v="1217" actId="1076"/>
          <ac:spMkLst>
            <pc:docMk/>
            <pc:sldMk cId="1889540803" sldId="1065"/>
            <ac:spMk id="4" creationId="{5F7204F2-5F5E-2661-2C34-CF4B78B2BF82}"/>
          </ac:spMkLst>
        </pc:spChg>
        <pc:spChg chg="add mod">
          <ac:chgData name="유예나" userId="56804d69-2be5-4f9a-85f3-71ac819806f9" providerId="ADAL" clId="{40228D36-1655-4F54-A9EB-2617461CB508}" dt="2025-02-21T06:49:45.429" v="1216" actId="1076"/>
          <ac:spMkLst>
            <pc:docMk/>
            <pc:sldMk cId="1889540803" sldId="1065"/>
            <ac:spMk id="5" creationId="{E060B680-6D33-EE28-1542-4CDF5DE8CE67}"/>
          </ac:spMkLst>
        </pc:spChg>
        <pc:spChg chg="add mod">
          <ac:chgData name="유예나" userId="56804d69-2be5-4f9a-85f3-71ac819806f9" providerId="ADAL" clId="{40228D36-1655-4F54-A9EB-2617461CB508}" dt="2025-02-21T06:49:57.096" v="1221" actId="1036"/>
          <ac:spMkLst>
            <pc:docMk/>
            <pc:sldMk cId="1889540803" sldId="1065"/>
            <ac:spMk id="6" creationId="{5B4EAC75-4E6A-4E78-4E3C-B004ACA05787}"/>
          </ac:spMkLst>
        </pc:spChg>
        <pc:picChg chg="add mod">
          <ac:chgData name="유예나" userId="56804d69-2be5-4f9a-85f3-71ac819806f9" providerId="ADAL" clId="{40228D36-1655-4F54-A9EB-2617461CB508}" dt="2025-02-21T06:49:23.681" v="1209"/>
          <ac:picMkLst>
            <pc:docMk/>
            <pc:sldMk cId="1889540803" sldId="1065"/>
            <ac:picMk id="3" creationId="{99E7C6E9-ECEF-775A-CF3F-32E33BA445B2}"/>
          </ac:picMkLst>
        </pc:picChg>
      </pc:sldChg>
      <pc:sldChg chg="delSp modSp add mod">
        <pc:chgData name="유예나" userId="56804d69-2be5-4f9a-85f3-71ac819806f9" providerId="ADAL" clId="{40228D36-1655-4F54-A9EB-2617461CB508}" dt="2025-02-25T08:13:38.389" v="1920"/>
        <pc:sldMkLst>
          <pc:docMk/>
          <pc:sldMk cId="1146841262" sldId="1066"/>
        </pc:sldMkLst>
        <pc:spChg chg="mod">
          <ac:chgData name="유예나" userId="56804d69-2be5-4f9a-85f3-71ac819806f9" providerId="ADAL" clId="{40228D36-1655-4F54-A9EB-2617461CB508}" dt="2025-02-25T08:13:38.389" v="1920"/>
          <ac:spMkLst>
            <pc:docMk/>
            <pc:sldMk cId="1146841262" sldId="1066"/>
            <ac:spMk id="7" creationId="{BADDBDA6-7C37-E379-FDCE-90E24CF3DD5C}"/>
          </ac:spMkLst>
        </pc:spChg>
        <pc:grpChg chg="mod">
          <ac:chgData name="유예나" userId="56804d69-2be5-4f9a-85f3-71ac819806f9" providerId="ADAL" clId="{40228D36-1655-4F54-A9EB-2617461CB508}" dt="2025-02-25T08:13:27.255" v="1891" actId="1076"/>
          <ac:grpSpMkLst>
            <pc:docMk/>
            <pc:sldMk cId="1146841262" sldId="1066"/>
            <ac:grpSpMk id="11" creationId="{98634AC2-331A-D0E9-9881-51AC121F2F3E}"/>
          </ac:grpSpMkLst>
        </pc:grpChg>
      </pc:sldChg>
      <pc:sldChg chg="addSp delSp modSp add mod">
        <pc:chgData name="유예나" userId="56804d69-2be5-4f9a-85f3-71ac819806f9" providerId="ADAL" clId="{40228D36-1655-4F54-A9EB-2617461CB508}" dt="2025-02-25T08:15:33.819" v="1951" actId="20577"/>
        <pc:sldMkLst>
          <pc:docMk/>
          <pc:sldMk cId="3884921409" sldId="1067"/>
        </pc:sldMkLst>
        <pc:spChg chg="mod topLvl">
          <ac:chgData name="유예나" userId="56804d69-2be5-4f9a-85f3-71ac819806f9" providerId="ADAL" clId="{40228D36-1655-4F54-A9EB-2617461CB508}" dt="2025-02-21T06:18:39.781" v="937" actId="165"/>
          <ac:spMkLst>
            <pc:docMk/>
            <pc:sldMk cId="3884921409" sldId="1067"/>
            <ac:spMk id="5" creationId="{FF5EF39B-E642-5E32-DB5E-1E80B525D3D3}"/>
          </ac:spMkLst>
        </pc:spChg>
        <pc:spChg chg="mod">
          <ac:chgData name="유예나" userId="56804d69-2be5-4f9a-85f3-71ac819806f9" providerId="ADAL" clId="{40228D36-1655-4F54-A9EB-2617461CB508}" dt="2025-02-25T08:15:33.819" v="1951" actId="20577"/>
          <ac:spMkLst>
            <pc:docMk/>
            <pc:sldMk cId="3884921409" sldId="1067"/>
            <ac:spMk id="7" creationId="{032C7B57-4A0B-94BE-AA7C-2AE72024B157}"/>
          </ac:spMkLst>
        </pc:spChg>
        <pc:spChg chg="add mod">
          <ac:chgData name="유예나" userId="56804d69-2be5-4f9a-85f3-71ac819806f9" providerId="ADAL" clId="{40228D36-1655-4F54-A9EB-2617461CB508}" dt="2025-02-21T06:18:20.345" v="926" actId="1076"/>
          <ac:spMkLst>
            <pc:docMk/>
            <pc:sldMk cId="3884921409" sldId="1067"/>
            <ac:spMk id="38" creationId="{080D664B-E71F-54E0-E619-140D50F37CB9}"/>
          </ac:spMkLst>
        </pc:spChg>
        <pc:spChg chg="add mod">
          <ac:chgData name="유예나" userId="56804d69-2be5-4f9a-85f3-71ac819806f9" providerId="ADAL" clId="{40228D36-1655-4F54-A9EB-2617461CB508}" dt="2025-02-21T06:18:22.353" v="927" actId="571"/>
          <ac:spMkLst>
            <pc:docMk/>
            <pc:sldMk cId="3884921409" sldId="1067"/>
            <ac:spMk id="39" creationId="{2C9474F0-2644-9A61-8DEE-83FFDB13C72C}"/>
          </ac:spMkLst>
        </pc:spChg>
        <pc:spChg chg="add mod topLvl">
          <ac:chgData name="유예나" userId="56804d69-2be5-4f9a-85f3-71ac819806f9" providerId="ADAL" clId="{40228D36-1655-4F54-A9EB-2617461CB508}" dt="2025-02-21T06:18:39.781" v="937" actId="165"/>
          <ac:spMkLst>
            <pc:docMk/>
            <pc:sldMk cId="3884921409" sldId="1067"/>
            <ac:spMk id="40" creationId="{A4ED9C98-457E-BAEB-47AF-E4929D07E3CD}"/>
          </ac:spMkLst>
        </pc:spChg>
        <pc:spChg chg="add mod">
          <ac:chgData name="유예나" userId="56804d69-2be5-4f9a-85f3-71ac819806f9" providerId="ADAL" clId="{40228D36-1655-4F54-A9EB-2617461CB508}" dt="2025-02-21T06:18:44.586" v="939" actId="1076"/>
          <ac:spMkLst>
            <pc:docMk/>
            <pc:sldMk cId="3884921409" sldId="1067"/>
            <ac:spMk id="42" creationId="{B554C32A-A605-247C-7CCB-07C7D57F339C}"/>
          </ac:spMkLst>
        </pc:spChg>
        <pc:picChg chg="add mod ord topLvl modCrop">
          <ac:chgData name="유예나" userId="56804d69-2be5-4f9a-85f3-71ac819806f9" providerId="ADAL" clId="{40228D36-1655-4F54-A9EB-2617461CB508}" dt="2025-02-21T06:18:39.781" v="937" actId="165"/>
          <ac:picMkLst>
            <pc:docMk/>
            <pc:sldMk cId="3884921409" sldId="1067"/>
            <ac:picMk id="16" creationId="{F7E3D399-1809-220A-6885-39552A045169}"/>
          </ac:picMkLst>
        </pc:picChg>
        <pc:picChg chg="add mod ord modCrop">
          <ac:chgData name="유예나" userId="56804d69-2be5-4f9a-85f3-71ac819806f9" providerId="ADAL" clId="{40228D36-1655-4F54-A9EB-2617461CB508}" dt="2025-02-21T06:18:35.184" v="936" actId="167"/>
          <ac:picMkLst>
            <pc:docMk/>
            <pc:sldMk cId="3884921409" sldId="1067"/>
            <ac:picMk id="27" creationId="{67B7B2F1-E3DD-4CC6-80C0-6CD29E5B385E}"/>
          </ac:picMkLst>
        </pc:picChg>
        <pc:picChg chg="add mod">
          <ac:chgData name="유예나" userId="56804d69-2be5-4f9a-85f3-71ac819806f9" providerId="ADAL" clId="{40228D36-1655-4F54-A9EB-2617461CB508}" dt="2025-02-21T06:17:48.792" v="916" actId="208"/>
          <ac:picMkLst>
            <pc:docMk/>
            <pc:sldMk cId="3884921409" sldId="1067"/>
            <ac:picMk id="35" creationId="{A6F948E9-2EFD-AABA-A27F-4337E081ADF6}"/>
          </ac:picMkLst>
        </pc:picChg>
        <pc:picChg chg="add mod modCrop">
          <ac:chgData name="유예나" userId="56804d69-2be5-4f9a-85f3-71ac819806f9" providerId="ADAL" clId="{40228D36-1655-4F54-A9EB-2617461CB508}" dt="2025-02-21T06:18:13.378" v="924" actId="732"/>
          <ac:picMkLst>
            <pc:docMk/>
            <pc:sldMk cId="3884921409" sldId="1067"/>
            <ac:picMk id="37" creationId="{28D4B84E-2A2B-952D-45E0-12D0A2FC0734}"/>
          </ac:picMkLst>
        </pc:picChg>
      </pc:sldChg>
      <pc:sldChg chg="add">
        <pc:chgData name="유예나" userId="56804d69-2be5-4f9a-85f3-71ac819806f9" providerId="ADAL" clId="{40228D36-1655-4F54-A9EB-2617461CB508}" dt="2025-02-21T05:30:56.388" v="23"/>
        <pc:sldMkLst>
          <pc:docMk/>
          <pc:sldMk cId="1154952200" sldId="1068"/>
        </pc:sldMkLst>
      </pc:sldChg>
      <pc:sldChg chg="addSp delSp modSp add mod">
        <pc:chgData name="유예나" userId="56804d69-2be5-4f9a-85f3-71ac819806f9" providerId="ADAL" clId="{40228D36-1655-4F54-A9EB-2617461CB508}" dt="2025-02-21T06:19:55.068" v="962" actId="164"/>
        <pc:sldMkLst>
          <pc:docMk/>
          <pc:sldMk cId="3880097952" sldId="1069"/>
        </pc:sldMkLst>
        <pc:spChg chg="add mod">
          <ac:chgData name="유예나" userId="56804d69-2be5-4f9a-85f3-71ac819806f9" providerId="ADAL" clId="{40228D36-1655-4F54-A9EB-2617461CB508}" dt="2025-02-21T06:19:55.068" v="962" actId="164"/>
          <ac:spMkLst>
            <pc:docMk/>
            <pc:sldMk cId="3880097952" sldId="1069"/>
            <ac:spMk id="8" creationId="{79ADF054-841B-595B-52F5-2CDDB9B0387C}"/>
          </ac:spMkLst>
        </pc:spChg>
        <pc:spChg chg="add mod">
          <ac:chgData name="유예나" userId="56804d69-2be5-4f9a-85f3-71ac819806f9" providerId="ADAL" clId="{40228D36-1655-4F54-A9EB-2617461CB508}" dt="2025-02-21T06:19:55.068" v="962" actId="164"/>
          <ac:spMkLst>
            <pc:docMk/>
            <pc:sldMk cId="3880097952" sldId="1069"/>
            <ac:spMk id="9" creationId="{5852C5C7-055F-53BC-49B3-279D51BF8C52}"/>
          </ac:spMkLst>
        </pc:spChg>
        <pc:spChg chg="add mod">
          <ac:chgData name="유예나" userId="56804d69-2be5-4f9a-85f3-71ac819806f9" providerId="ADAL" clId="{40228D36-1655-4F54-A9EB-2617461CB508}" dt="2025-02-21T06:19:55.068" v="962" actId="164"/>
          <ac:spMkLst>
            <pc:docMk/>
            <pc:sldMk cId="3880097952" sldId="1069"/>
            <ac:spMk id="10" creationId="{D9EFEBAE-27FF-163E-C7ED-4A1546F8B23C}"/>
          </ac:spMkLst>
        </pc:spChg>
        <pc:spChg chg="add mod">
          <ac:chgData name="유예나" userId="56804d69-2be5-4f9a-85f3-71ac819806f9" providerId="ADAL" clId="{40228D36-1655-4F54-A9EB-2617461CB508}" dt="2025-02-21T06:19:55.068" v="962" actId="164"/>
          <ac:spMkLst>
            <pc:docMk/>
            <pc:sldMk cId="3880097952" sldId="1069"/>
            <ac:spMk id="11" creationId="{B874A99F-8917-118F-F632-393D8DA54A10}"/>
          </ac:spMkLst>
        </pc:spChg>
        <pc:grpChg chg="add mod">
          <ac:chgData name="유예나" userId="56804d69-2be5-4f9a-85f3-71ac819806f9" providerId="ADAL" clId="{40228D36-1655-4F54-A9EB-2617461CB508}" dt="2025-02-21T06:19:55.068" v="962" actId="164"/>
          <ac:grpSpMkLst>
            <pc:docMk/>
            <pc:sldMk cId="3880097952" sldId="1069"/>
            <ac:grpSpMk id="12" creationId="{F0EA46AA-2121-21B5-2B22-D8B0BBEF0038}"/>
          </ac:grpSpMkLst>
        </pc:grpChg>
        <pc:picChg chg="add mod">
          <ac:chgData name="유예나" userId="56804d69-2be5-4f9a-85f3-71ac819806f9" providerId="ADAL" clId="{40228D36-1655-4F54-A9EB-2617461CB508}" dt="2025-02-21T06:19:55.068" v="962" actId="164"/>
          <ac:picMkLst>
            <pc:docMk/>
            <pc:sldMk cId="3880097952" sldId="1069"/>
            <ac:picMk id="3" creationId="{EBCED1F9-A819-23DD-11A7-18219085BD0F}"/>
          </ac:picMkLst>
        </pc:picChg>
      </pc:sldChg>
      <pc:sldChg chg="addSp delSp modSp add mod">
        <pc:chgData name="유예나" userId="56804d69-2be5-4f9a-85f3-71ac819806f9" providerId="ADAL" clId="{40228D36-1655-4F54-A9EB-2617461CB508}" dt="2025-02-25T08:15:35.618" v="1955" actId="14100"/>
        <pc:sldMkLst>
          <pc:docMk/>
          <pc:sldMk cId="1832263599" sldId="1070"/>
        </pc:sldMkLst>
        <pc:spChg chg="mod">
          <ac:chgData name="유예나" userId="56804d69-2be5-4f9a-85f3-71ac819806f9" providerId="ADAL" clId="{40228D36-1655-4F54-A9EB-2617461CB508}" dt="2025-02-21T06:36:55.052" v="995" actId="20577"/>
          <ac:spMkLst>
            <pc:docMk/>
            <pc:sldMk cId="1832263599" sldId="1070"/>
            <ac:spMk id="10" creationId="{453B7616-20E6-87D4-7F3A-4AD742558C2F}"/>
          </ac:spMkLst>
        </pc:spChg>
        <pc:spChg chg="mod">
          <ac:chgData name="유예나" userId="56804d69-2be5-4f9a-85f3-71ac819806f9" providerId="ADAL" clId="{40228D36-1655-4F54-A9EB-2617461CB508}" dt="2025-02-21T06:36:52.184" v="993" actId="6549"/>
          <ac:spMkLst>
            <pc:docMk/>
            <pc:sldMk cId="1832263599" sldId="1070"/>
            <ac:spMk id="13" creationId="{39C4C61C-4A86-886F-54FF-7E337374E669}"/>
          </ac:spMkLst>
        </pc:spChg>
        <pc:spChg chg="mod">
          <ac:chgData name="유예나" userId="56804d69-2be5-4f9a-85f3-71ac819806f9" providerId="ADAL" clId="{40228D36-1655-4F54-A9EB-2617461CB508}" dt="2025-02-25T08:15:35.618" v="1955" actId="14100"/>
          <ac:spMkLst>
            <pc:docMk/>
            <pc:sldMk cId="1832263599" sldId="1070"/>
            <ac:spMk id="20" creationId="{2A8C34CB-C7C0-3692-6C12-A2DE18A8FBC4}"/>
          </ac:spMkLst>
        </pc:spChg>
        <pc:spChg chg="add mod">
          <ac:chgData name="유예나" userId="56804d69-2be5-4f9a-85f3-71ac819806f9" providerId="ADAL" clId="{40228D36-1655-4F54-A9EB-2617461CB508}" dt="2025-02-21T06:38:22.081" v="1034" actId="20577"/>
          <ac:spMkLst>
            <pc:docMk/>
            <pc:sldMk cId="1832263599" sldId="1070"/>
            <ac:spMk id="24" creationId="{E6CFB5F7-15EA-7AEA-58B1-6019811AE58A}"/>
          </ac:spMkLst>
        </pc:spChg>
        <pc:grpChg chg="mod">
          <ac:chgData name="유예나" userId="56804d69-2be5-4f9a-85f3-71ac819806f9" providerId="ADAL" clId="{40228D36-1655-4F54-A9EB-2617461CB508}" dt="2025-02-21T06:37:00.353" v="996" actId="1076"/>
          <ac:grpSpMkLst>
            <pc:docMk/>
            <pc:sldMk cId="1832263599" sldId="1070"/>
            <ac:grpSpMk id="8" creationId="{2251A37B-963B-2154-7814-BE1F5B40D5CF}"/>
          </ac:grpSpMkLst>
        </pc:grpChg>
        <pc:grpChg chg="mod">
          <ac:chgData name="유예나" userId="56804d69-2be5-4f9a-85f3-71ac819806f9" providerId="ADAL" clId="{40228D36-1655-4F54-A9EB-2617461CB508}" dt="2025-02-21T06:37:00.353" v="996" actId="1076"/>
          <ac:grpSpMkLst>
            <pc:docMk/>
            <pc:sldMk cId="1832263599" sldId="1070"/>
            <ac:grpSpMk id="11" creationId="{E9942179-4FD9-64F6-4933-925AD41B462D}"/>
          </ac:grpSpMkLst>
        </pc:grpChg>
        <pc:grpChg chg="add mod">
          <ac:chgData name="유예나" userId="56804d69-2be5-4f9a-85f3-71ac819806f9" providerId="ADAL" clId="{40228D36-1655-4F54-A9EB-2617461CB508}" dt="2025-02-21T06:38:27.098" v="1036" actId="1076"/>
          <ac:grpSpMkLst>
            <pc:docMk/>
            <pc:sldMk cId="1832263599" sldId="1070"/>
            <ac:grpSpMk id="17" creationId="{2C555DA1-FF6C-947E-F05D-0815C178F255}"/>
          </ac:grpSpMkLst>
        </pc:grpChg>
        <pc:picChg chg="add mod ord">
          <ac:chgData name="유예나" userId="56804d69-2be5-4f9a-85f3-71ac819806f9" providerId="ADAL" clId="{40228D36-1655-4F54-A9EB-2617461CB508}" dt="2025-02-21T06:36:44.738" v="990" actId="208"/>
          <ac:picMkLst>
            <pc:docMk/>
            <pc:sldMk cId="1832263599" sldId="1070"/>
            <ac:picMk id="5" creationId="{C2814B82-92C1-9A25-F752-26E991DEA7C6}"/>
          </ac:picMkLst>
        </pc:picChg>
      </pc:sldChg>
      <pc:sldChg chg="addSp delSp modSp add mod">
        <pc:chgData name="유예나" userId="56804d69-2be5-4f9a-85f3-71ac819806f9" providerId="ADAL" clId="{40228D36-1655-4F54-A9EB-2617461CB508}" dt="2025-02-21T05:42:11.438" v="633" actId="20577"/>
        <pc:sldMkLst>
          <pc:docMk/>
          <pc:sldMk cId="3813577803" sldId="1071"/>
        </pc:sldMkLst>
        <pc:spChg chg="add mod">
          <ac:chgData name="유예나" userId="56804d69-2be5-4f9a-85f3-71ac819806f9" providerId="ADAL" clId="{40228D36-1655-4F54-A9EB-2617461CB508}" dt="2025-02-21T05:41:45.269" v="594"/>
          <ac:spMkLst>
            <pc:docMk/>
            <pc:sldMk cId="3813577803" sldId="1071"/>
            <ac:spMk id="5" creationId="{5ED03B94-E4A4-80A3-485D-7235C002715A}"/>
          </ac:spMkLst>
        </pc:spChg>
        <pc:spChg chg="add mod">
          <ac:chgData name="유예나" userId="56804d69-2be5-4f9a-85f3-71ac819806f9" providerId="ADAL" clId="{40228D36-1655-4F54-A9EB-2617461CB508}" dt="2025-02-21T05:41:45.269" v="594"/>
          <ac:spMkLst>
            <pc:docMk/>
            <pc:sldMk cId="3813577803" sldId="1071"/>
            <ac:spMk id="6" creationId="{82D07719-F062-B8E9-6555-36845AEA8496}"/>
          </ac:spMkLst>
        </pc:spChg>
        <pc:spChg chg="mod">
          <ac:chgData name="유예나" userId="56804d69-2be5-4f9a-85f3-71ac819806f9" providerId="ADAL" clId="{40228D36-1655-4F54-A9EB-2617461CB508}" dt="2025-02-21T05:41:39.030" v="591"/>
          <ac:spMkLst>
            <pc:docMk/>
            <pc:sldMk cId="3813577803" sldId="1071"/>
            <ac:spMk id="15" creationId="{3A517071-45A1-6ADA-8C0F-42E975EBA02C}"/>
          </ac:spMkLst>
        </pc:spChg>
        <pc:spChg chg="mod">
          <ac:chgData name="유예나" userId="56804d69-2be5-4f9a-85f3-71ac819806f9" providerId="ADAL" clId="{40228D36-1655-4F54-A9EB-2617461CB508}" dt="2025-02-21T05:41:36.090" v="588"/>
          <ac:spMkLst>
            <pc:docMk/>
            <pc:sldMk cId="3813577803" sldId="1071"/>
            <ac:spMk id="17" creationId="{41792ED9-C587-0BC2-0B0A-F720CD5C326C}"/>
          </ac:spMkLst>
        </pc:spChg>
        <pc:spChg chg="mod">
          <ac:chgData name="유예나" userId="56804d69-2be5-4f9a-85f3-71ac819806f9" providerId="ADAL" clId="{40228D36-1655-4F54-A9EB-2617461CB508}" dt="2025-02-21T05:42:11.438" v="633" actId="20577"/>
          <ac:spMkLst>
            <pc:docMk/>
            <pc:sldMk cId="3813577803" sldId="1071"/>
            <ac:spMk id="18" creationId="{0D24C72D-DD28-3348-A75F-BA4FAE125686}"/>
          </ac:spMkLst>
        </pc:spChg>
        <pc:picChg chg="add mod modCrop">
          <ac:chgData name="유예나" userId="56804d69-2be5-4f9a-85f3-71ac819806f9" providerId="ADAL" clId="{40228D36-1655-4F54-A9EB-2617461CB508}" dt="2025-02-21T05:41:16.516" v="582" actId="1076"/>
          <ac:picMkLst>
            <pc:docMk/>
            <pc:sldMk cId="3813577803" sldId="1071"/>
            <ac:picMk id="4" creationId="{4D343B9E-D95A-19AE-736D-8032CB0DE41D}"/>
          </ac:picMkLst>
        </pc:picChg>
      </pc:sldChg>
      <pc:sldChg chg="addSp delSp modSp add mod">
        <pc:chgData name="유예나" userId="56804d69-2be5-4f9a-85f3-71ac819806f9" providerId="ADAL" clId="{40228D36-1655-4F54-A9EB-2617461CB508}" dt="2025-02-21T05:45:10.676" v="705"/>
        <pc:sldMkLst>
          <pc:docMk/>
          <pc:sldMk cId="3474900663" sldId="1072"/>
        </pc:sldMkLst>
        <pc:spChg chg="add mod">
          <ac:chgData name="유예나" userId="56804d69-2be5-4f9a-85f3-71ac819806f9" providerId="ADAL" clId="{40228D36-1655-4F54-A9EB-2617461CB508}" dt="2025-02-21T05:42:34.588" v="635"/>
          <ac:spMkLst>
            <pc:docMk/>
            <pc:sldMk cId="3474900663" sldId="1072"/>
            <ac:spMk id="3" creationId="{B48866C8-EE96-ADE5-AD11-7BD401FEA751}"/>
          </ac:spMkLst>
        </pc:spChg>
        <pc:spChg chg="add mod">
          <ac:chgData name="유예나" userId="56804d69-2be5-4f9a-85f3-71ac819806f9" providerId="ADAL" clId="{40228D36-1655-4F54-A9EB-2617461CB508}" dt="2025-02-21T05:42:34.588" v="635"/>
          <ac:spMkLst>
            <pc:docMk/>
            <pc:sldMk cId="3474900663" sldId="1072"/>
            <ac:spMk id="4" creationId="{D338FFFB-2D6A-4838-2E5E-FF9E36BE4821}"/>
          </ac:spMkLst>
        </pc:spChg>
        <pc:spChg chg="add">
          <ac:chgData name="유예나" userId="56804d69-2be5-4f9a-85f3-71ac819806f9" providerId="ADAL" clId="{40228D36-1655-4F54-A9EB-2617461CB508}" dt="2025-02-21T05:43:29.285" v="651" actId="11529"/>
          <ac:spMkLst>
            <pc:docMk/>
            <pc:sldMk cId="3474900663" sldId="1072"/>
            <ac:spMk id="7" creationId="{2EC77AF9-1B7D-5DBB-1C56-2AB1815FF369}"/>
          </ac:spMkLst>
        </pc:spChg>
        <pc:spChg chg="mod">
          <ac:chgData name="유예나" userId="56804d69-2be5-4f9a-85f3-71ac819806f9" providerId="ADAL" clId="{40228D36-1655-4F54-A9EB-2617461CB508}" dt="2025-02-21T05:44:46.149" v="692" actId="207"/>
          <ac:spMkLst>
            <pc:docMk/>
            <pc:sldMk cId="3474900663" sldId="1072"/>
            <ac:spMk id="10" creationId="{36897D72-22DF-DAAE-EBAE-C1E1A3530A4E}"/>
          </ac:spMkLst>
        </pc:spChg>
        <pc:spChg chg="mod">
          <ac:chgData name="유예나" userId="56804d69-2be5-4f9a-85f3-71ac819806f9" providerId="ADAL" clId="{40228D36-1655-4F54-A9EB-2617461CB508}" dt="2025-02-21T05:44:01.784" v="666" actId="207"/>
          <ac:spMkLst>
            <pc:docMk/>
            <pc:sldMk cId="3474900663" sldId="1072"/>
            <ac:spMk id="13" creationId="{10ECDEFB-4AE8-C550-A514-E51D22C00AEF}"/>
          </ac:spMkLst>
        </pc:spChg>
        <pc:spChg chg="mod">
          <ac:chgData name="유예나" userId="56804d69-2be5-4f9a-85f3-71ac819806f9" providerId="ADAL" clId="{40228D36-1655-4F54-A9EB-2617461CB508}" dt="2025-02-21T05:45:10.676" v="705"/>
          <ac:spMkLst>
            <pc:docMk/>
            <pc:sldMk cId="3474900663" sldId="1072"/>
            <ac:spMk id="15" creationId="{86B574F6-FC2C-7360-7E2E-481314DB7B43}"/>
          </ac:spMkLst>
        </pc:spChg>
        <pc:spChg chg="mod">
          <ac:chgData name="유예나" userId="56804d69-2be5-4f9a-85f3-71ac819806f9" providerId="ADAL" clId="{40228D36-1655-4F54-A9EB-2617461CB508}" dt="2025-02-21T05:45:07.136" v="702"/>
          <ac:spMkLst>
            <pc:docMk/>
            <pc:sldMk cId="3474900663" sldId="1072"/>
            <ac:spMk id="17" creationId="{D1A248F4-1D15-7FC0-C523-9D1A387DD4F0}"/>
          </ac:spMkLst>
        </pc:spChg>
        <pc:spChg chg="mod">
          <ac:chgData name="유예나" userId="56804d69-2be5-4f9a-85f3-71ac819806f9" providerId="ADAL" clId="{40228D36-1655-4F54-A9EB-2617461CB508}" dt="2025-02-21T05:45:02.656" v="699" actId="20577"/>
          <ac:spMkLst>
            <pc:docMk/>
            <pc:sldMk cId="3474900663" sldId="1072"/>
            <ac:spMk id="18" creationId="{9D099600-57BD-9478-FD4E-F3F18469AD02}"/>
          </ac:spMkLst>
        </pc:spChg>
        <pc:picChg chg="add mod">
          <ac:chgData name="유예나" userId="56804d69-2be5-4f9a-85f3-71ac819806f9" providerId="ADAL" clId="{40228D36-1655-4F54-A9EB-2617461CB508}" dt="2025-02-21T05:42:54.176" v="646" actId="1076"/>
          <ac:picMkLst>
            <pc:docMk/>
            <pc:sldMk cId="3474900663" sldId="1072"/>
            <ac:picMk id="6" creationId="{03A214C6-9264-A411-155B-263F964453E4}"/>
          </ac:picMkLst>
        </pc:picChg>
      </pc:sldChg>
      <pc:sldChg chg="addSp delSp modSp add mod">
        <pc:chgData name="유예나" userId="56804d69-2be5-4f9a-85f3-71ac819806f9" providerId="ADAL" clId="{40228D36-1655-4F54-A9EB-2617461CB508}" dt="2025-02-21T05:47:47.596" v="865" actId="1036"/>
        <pc:sldMkLst>
          <pc:docMk/>
          <pc:sldMk cId="172898400" sldId="1073"/>
        </pc:sldMkLst>
        <pc:spChg chg="mod">
          <ac:chgData name="유예나" userId="56804d69-2be5-4f9a-85f3-71ac819806f9" providerId="ADAL" clId="{40228D36-1655-4F54-A9EB-2617461CB508}" dt="2025-02-21T05:46:24.701" v="737" actId="207"/>
          <ac:spMkLst>
            <pc:docMk/>
            <pc:sldMk cId="172898400" sldId="1073"/>
            <ac:spMk id="10" creationId="{F38FCE38-8559-BF4C-3979-A030E9C6276E}"/>
          </ac:spMkLst>
        </pc:spChg>
        <pc:spChg chg="mod">
          <ac:chgData name="유예나" userId="56804d69-2be5-4f9a-85f3-71ac819806f9" providerId="ADAL" clId="{40228D36-1655-4F54-A9EB-2617461CB508}" dt="2025-02-21T05:46:11.516" v="716" actId="207"/>
          <ac:spMkLst>
            <pc:docMk/>
            <pc:sldMk cId="172898400" sldId="1073"/>
            <ac:spMk id="13" creationId="{95440BE0-E77F-4DD8-0947-188595946A73}"/>
          </ac:spMkLst>
        </pc:spChg>
        <pc:spChg chg="add mod">
          <ac:chgData name="유예나" userId="56804d69-2be5-4f9a-85f3-71ac819806f9" providerId="ADAL" clId="{40228D36-1655-4F54-A9EB-2617461CB508}" dt="2025-02-21T05:47:47.596" v="865" actId="1036"/>
          <ac:spMkLst>
            <pc:docMk/>
            <pc:sldMk cId="172898400" sldId="1073"/>
            <ac:spMk id="14" creationId="{8A9A306E-74C6-F3D4-432E-906E598D9E37}"/>
          </ac:spMkLst>
        </pc:spChg>
        <pc:spChg chg="mod">
          <ac:chgData name="유예나" userId="56804d69-2be5-4f9a-85f3-71ac819806f9" providerId="ADAL" clId="{40228D36-1655-4F54-A9EB-2617461CB508}" dt="2025-02-21T05:47:01.049" v="748" actId="20577"/>
          <ac:spMkLst>
            <pc:docMk/>
            <pc:sldMk cId="172898400" sldId="1073"/>
            <ac:spMk id="15" creationId="{8AD45670-E88D-F7F6-A205-98524B0B74B7}"/>
          </ac:spMkLst>
        </pc:spChg>
        <pc:spChg chg="mod">
          <ac:chgData name="유예나" userId="56804d69-2be5-4f9a-85f3-71ac819806f9" providerId="ADAL" clId="{40228D36-1655-4F54-A9EB-2617461CB508}" dt="2025-02-21T05:46:57.731" v="747"/>
          <ac:spMkLst>
            <pc:docMk/>
            <pc:sldMk cId="172898400" sldId="1073"/>
            <ac:spMk id="17" creationId="{109911F5-6349-797D-FF76-C9D539CE8210}"/>
          </ac:spMkLst>
        </pc:spChg>
        <pc:spChg chg="mod">
          <ac:chgData name="유예나" userId="56804d69-2be5-4f9a-85f3-71ac819806f9" providerId="ADAL" clId="{40228D36-1655-4F54-A9EB-2617461CB508}" dt="2025-02-21T05:47:35.115" v="858" actId="6549"/>
          <ac:spMkLst>
            <pc:docMk/>
            <pc:sldMk cId="172898400" sldId="1073"/>
            <ac:spMk id="18" creationId="{9E6CE94C-3E2D-1F16-FE53-F5323341D48E}"/>
          </ac:spMkLst>
        </pc:spChg>
        <pc:picChg chg="add mod">
          <ac:chgData name="유예나" userId="56804d69-2be5-4f9a-85f3-71ac819806f9" providerId="ADAL" clId="{40228D36-1655-4F54-A9EB-2617461CB508}" dt="2025-02-21T05:47:41.176" v="859"/>
          <ac:picMkLst>
            <pc:docMk/>
            <pc:sldMk cId="172898400" sldId="1073"/>
            <ac:picMk id="7" creationId="{70C75391-41A5-2FFA-9223-45040E533D17}"/>
          </ac:picMkLst>
        </pc:picChg>
      </pc:sldChg>
      <pc:sldChg chg="modSp add del mod">
        <pc:chgData name="유예나" userId="56804d69-2be5-4f9a-85f3-71ac819806f9" providerId="ADAL" clId="{40228D36-1655-4F54-A9EB-2617461CB508}" dt="2025-03-10T02:45:41.220" v="2003" actId="47"/>
        <pc:sldMkLst>
          <pc:docMk/>
          <pc:sldMk cId="2401608067" sldId="1074"/>
        </pc:sldMkLst>
      </pc:sldChg>
      <pc:sldChg chg="addSp delSp add del mod">
        <pc:chgData name="유예나" userId="56804d69-2be5-4f9a-85f3-71ac819806f9" providerId="ADAL" clId="{40228D36-1655-4F54-A9EB-2617461CB508}" dt="2025-02-21T06:40:17.912" v="1063"/>
        <pc:sldMkLst>
          <pc:docMk/>
          <pc:sldMk cId="1532605412" sldId="1075"/>
        </pc:sldMkLst>
      </pc:sldChg>
      <pc:sldChg chg="addSp delSp modSp add mod">
        <pc:chgData name="유예나" userId="56804d69-2be5-4f9a-85f3-71ac819806f9" providerId="ADAL" clId="{40228D36-1655-4F54-A9EB-2617461CB508}" dt="2025-02-25T08:15:30.959" v="1945" actId="20577"/>
        <pc:sldMkLst>
          <pc:docMk/>
          <pc:sldMk cId="4079382099" sldId="1075"/>
        </pc:sldMkLst>
        <pc:spChg chg="mod">
          <ac:chgData name="유예나" userId="56804d69-2be5-4f9a-85f3-71ac819806f9" providerId="ADAL" clId="{40228D36-1655-4F54-A9EB-2617461CB508}" dt="2025-02-21T06:48:06.422" v="1182"/>
          <ac:spMkLst>
            <pc:docMk/>
            <pc:sldMk cId="4079382099" sldId="1075"/>
            <ac:spMk id="4" creationId="{F1EC91C0-7086-F036-6376-18ED6789E3DF}"/>
          </ac:spMkLst>
        </pc:spChg>
        <pc:spChg chg="mod">
          <ac:chgData name="유예나" userId="56804d69-2be5-4f9a-85f3-71ac819806f9" providerId="ADAL" clId="{40228D36-1655-4F54-A9EB-2617461CB508}" dt="2025-02-21T06:46:06.748" v="1111"/>
          <ac:spMkLst>
            <pc:docMk/>
            <pc:sldMk cId="4079382099" sldId="1075"/>
            <ac:spMk id="5" creationId="{093D09C5-6B75-04C0-9A8B-5E88DAF6E7C3}"/>
          </ac:spMkLst>
        </pc:spChg>
        <pc:spChg chg="mod">
          <ac:chgData name="유예나" userId="56804d69-2be5-4f9a-85f3-71ac819806f9" providerId="ADAL" clId="{40228D36-1655-4F54-A9EB-2617461CB508}" dt="2025-02-21T06:48:03.002" v="1179"/>
          <ac:spMkLst>
            <pc:docMk/>
            <pc:sldMk cId="4079382099" sldId="1075"/>
            <ac:spMk id="6" creationId="{B3CB7BB5-84A7-ECA6-34FB-8220CBAE53B1}"/>
          </ac:spMkLst>
        </pc:spChg>
        <pc:spChg chg="mod">
          <ac:chgData name="유예나" userId="56804d69-2be5-4f9a-85f3-71ac819806f9" providerId="ADAL" clId="{40228D36-1655-4F54-A9EB-2617461CB508}" dt="2025-02-21T06:48:17.241" v="1191" actId="20577"/>
          <ac:spMkLst>
            <pc:docMk/>
            <pc:sldMk cId="4079382099" sldId="1075"/>
            <ac:spMk id="7" creationId="{8A41A2A0-68D4-6DB9-5106-E24C70E9DEF5}"/>
          </ac:spMkLst>
        </pc:spChg>
        <pc:spChg chg="mod">
          <ac:chgData name="유예나" userId="56804d69-2be5-4f9a-85f3-71ac819806f9" providerId="ADAL" clId="{40228D36-1655-4F54-A9EB-2617461CB508}" dt="2025-02-21T06:47:05.261" v="1174" actId="207"/>
          <ac:spMkLst>
            <pc:docMk/>
            <pc:sldMk cId="4079382099" sldId="1075"/>
            <ac:spMk id="8" creationId="{682C32F5-31E4-C337-863C-E2254020EBBB}"/>
          </ac:spMkLst>
        </pc:spChg>
        <pc:spChg chg="mod">
          <ac:chgData name="유예나" userId="56804d69-2be5-4f9a-85f3-71ac819806f9" providerId="ADAL" clId="{40228D36-1655-4F54-A9EB-2617461CB508}" dt="2025-02-21T06:46:06.748" v="1111"/>
          <ac:spMkLst>
            <pc:docMk/>
            <pc:sldMk cId="4079382099" sldId="1075"/>
            <ac:spMk id="10" creationId="{DC044C21-52FF-0F52-AF26-2A4AE57BCAC3}"/>
          </ac:spMkLst>
        </pc:spChg>
        <pc:spChg chg="mod">
          <ac:chgData name="유예나" userId="56804d69-2be5-4f9a-85f3-71ac819806f9" providerId="ADAL" clId="{40228D36-1655-4F54-A9EB-2617461CB508}" dt="2025-02-25T08:15:30.959" v="1945" actId="20577"/>
          <ac:spMkLst>
            <pc:docMk/>
            <pc:sldMk cId="4079382099" sldId="1075"/>
            <ac:spMk id="12" creationId="{DEA917AD-4D11-3319-1A34-D43276B6A89D}"/>
          </ac:spMkLst>
        </pc:spChg>
        <pc:spChg chg="add">
          <ac:chgData name="유예나" userId="56804d69-2be5-4f9a-85f3-71ac819806f9" providerId="ADAL" clId="{40228D36-1655-4F54-A9EB-2617461CB508}" dt="2025-02-21T06:47:46.695" v="1176" actId="11529"/>
          <ac:spMkLst>
            <pc:docMk/>
            <pc:sldMk cId="4079382099" sldId="1075"/>
            <ac:spMk id="19" creationId="{7B1446B1-372E-C81A-EE3C-58E5751B346F}"/>
          </ac:spMkLst>
        </pc:spChg>
        <pc:grpChg chg="add mod">
          <ac:chgData name="유예나" userId="56804d69-2be5-4f9a-85f3-71ac819806f9" providerId="ADAL" clId="{40228D36-1655-4F54-A9EB-2617461CB508}" dt="2025-02-21T06:46:06.748" v="1111"/>
          <ac:grpSpMkLst>
            <pc:docMk/>
            <pc:sldMk cId="4079382099" sldId="1075"/>
            <ac:grpSpMk id="3" creationId="{F0987FA2-F46E-9162-066D-1296854B1DD9}"/>
          </ac:grpSpMkLst>
        </pc:grpChg>
        <pc:grpChg chg="add mod">
          <ac:chgData name="유예나" userId="56804d69-2be5-4f9a-85f3-71ac819806f9" providerId="ADAL" clId="{40228D36-1655-4F54-A9EB-2617461CB508}" dt="2025-02-21T06:46:06.748" v="1111"/>
          <ac:grpSpMkLst>
            <pc:docMk/>
            <pc:sldMk cId="4079382099" sldId="1075"/>
            <ac:grpSpMk id="9" creationId="{00E190FA-7365-9B43-BC4F-5CFDEB9A93C2}"/>
          </ac:grpSpMkLst>
        </pc:grpChg>
        <pc:picChg chg="add mod">
          <ac:chgData name="유예나" userId="56804d69-2be5-4f9a-85f3-71ac819806f9" providerId="ADAL" clId="{40228D36-1655-4F54-A9EB-2617461CB508}" dt="2025-02-21T06:47:41.920" v="1175"/>
          <ac:picMkLst>
            <pc:docMk/>
            <pc:sldMk cId="4079382099" sldId="1075"/>
            <ac:picMk id="18" creationId="{B7FF2BD6-245A-5F27-5CD7-99B323E7866B}"/>
          </ac:picMkLst>
        </pc:picChg>
      </pc:sldChg>
      <pc:sldChg chg="addSp delSp modSp add mod">
        <pc:chgData name="유예나" userId="56804d69-2be5-4f9a-85f3-71ac819806f9" providerId="ADAL" clId="{40228D36-1655-4F54-A9EB-2617461CB508}" dt="2025-02-21T07:03:17.889" v="1253" actId="1038"/>
        <pc:sldMkLst>
          <pc:docMk/>
          <pc:sldMk cId="478898044" sldId="1076"/>
        </pc:sldMkLst>
        <pc:spChg chg="add mod">
          <ac:chgData name="유예나" userId="56804d69-2be5-4f9a-85f3-71ac819806f9" providerId="ADAL" clId="{40228D36-1655-4F54-A9EB-2617461CB508}" dt="2025-02-21T07:03:06.844" v="1249" actId="1076"/>
          <ac:spMkLst>
            <pc:docMk/>
            <pc:sldMk cId="478898044" sldId="1076"/>
            <ac:spMk id="3" creationId="{EB92F791-8DC6-E89B-6D4F-D9FE0CE76D45}"/>
          </ac:spMkLst>
        </pc:spChg>
        <pc:spChg chg="add mod">
          <ac:chgData name="유예나" userId="56804d69-2be5-4f9a-85f3-71ac819806f9" providerId="ADAL" clId="{40228D36-1655-4F54-A9EB-2617461CB508}" dt="2025-02-21T07:03:17.889" v="1253" actId="1038"/>
          <ac:spMkLst>
            <pc:docMk/>
            <pc:sldMk cId="478898044" sldId="1076"/>
            <ac:spMk id="4" creationId="{1EB60F89-0103-9D4B-D659-7FF119FA9481}"/>
          </ac:spMkLst>
        </pc:spChg>
        <pc:spChg chg="mod">
          <ac:chgData name="유예나" userId="56804d69-2be5-4f9a-85f3-71ac819806f9" providerId="ADAL" clId="{40228D36-1655-4F54-A9EB-2617461CB508}" dt="2025-02-21T07:02:02.157" v="1242"/>
          <ac:spMkLst>
            <pc:docMk/>
            <pc:sldMk cId="478898044" sldId="1076"/>
            <ac:spMk id="15" creationId="{8D6C8108-15E0-B8EC-7E28-5270EDA692B6}"/>
          </ac:spMkLst>
        </pc:spChg>
        <pc:spChg chg="mod">
          <ac:chgData name="유예나" userId="56804d69-2be5-4f9a-85f3-71ac819806f9" providerId="ADAL" clId="{40228D36-1655-4F54-A9EB-2617461CB508}" dt="2025-02-21T07:01:57.130" v="1239" actId="20577"/>
          <ac:spMkLst>
            <pc:docMk/>
            <pc:sldMk cId="478898044" sldId="1076"/>
            <ac:spMk id="18" creationId="{AD17289F-AC15-FB04-47A7-07E7B8FB2068}"/>
          </ac:spMkLst>
        </pc:spChg>
        <pc:spChg chg="mod">
          <ac:chgData name="유예나" userId="56804d69-2be5-4f9a-85f3-71ac819806f9" providerId="ADAL" clId="{40228D36-1655-4F54-A9EB-2617461CB508}" dt="2025-02-21T07:02:18.356" v="1246" actId="1076"/>
          <ac:spMkLst>
            <pc:docMk/>
            <pc:sldMk cId="478898044" sldId="1076"/>
            <ac:spMk id="29" creationId="{DE0C634C-95CE-4E00-2A7A-1E238AEDDE0D}"/>
          </ac:spMkLst>
        </pc:spChg>
        <pc:spChg chg="mod">
          <ac:chgData name="유예나" userId="56804d69-2be5-4f9a-85f3-71ac819806f9" providerId="ADAL" clId="{40228D36-1655-4F54-A9EB-2617461CB508}" dt="2025-02-21T07:02:21.197" v="1247" actId="1076"/>
          <ac:spMkLst>
            <pc:docMk/>
            <pc:sldMk cId="478898044" sldId="1076"/>
            <ac:spMk id="30" creationId="{2C375FC4-73BA-9E0F-224F-0F49F57CB5C0}"/>
          </ac:spMkLst>
        </pc:spChg>
        <pc:picChg chg="mod">
          <ac:chgData name="유예나" userId="56804d69-2be5-4f9a-85f3-71ac819806f9" providerId="ADAL" clId="{40228D36-1655-4F54-A9EB-2617461CB508}" dt="2025-02-21T07:03:08.815" v="1250" actId="208"/>
          <ac:picMkLst>
            <pc:docMk/>
            <pc:sldMk cId="478898044" sldId="1076"/>
            <ac:picMk id="26" creationId="{16FE4913-C5B7-E20C-89C4-64F3F4FC5032}"/>
          </ac:picMkLst>
        </pc:picChg>
        <pc:picChg chg="mod">
          <ac:chgData name="유예나" userId="56804d69-2be5-4f9a-85f3-71ac819806f9" providerId="ADAL" clId="{40228D36-1655-4F54-A9EB-2617461CB508}" dt="2025-02-21T07:03:08.815" v="1250" actId="208"/>
          <ac:picMkLst>
            <pc:docMk/>
            <pc:sldMk cId="478898044" sldId="1076"/>
            <ac:picMk id="28" creationId="{066C5817-61A1-62D0-6527-BBD618425B9A}"/>
          </ac:picMkLst>
        </pc:picChg>
      </pc:sldChg>
      <pc:sldChg chg="modSp add mod">
        <pc:chgData name="유예나" userId="56804d69-2be5-4f9a-85f3-71ac819806f9" providerId="ADAL" clId="{40228D36-1655-4F54-A9EB-2617461CB508}" dt="2025-02-25T07:12:22.475" v="1724" actId="1076"/>
        <pc:sldMkLst>
          <pc:docMk/>
          <pc:sldMk cId="3705377683" sldId="1077"/>
        </pc:sldMkLst>
        <pc:spChg chg="mod">
          <ac:chgData name="유예나" userId="56804d69-2be5-4f9a-85f3-71ac819806f9" providerId="ADAL" clId="{40228D36-1655-4F54-A9EB-2617461CB508}" dt="2025-02-25T07:11:27.167" v="1723" actId="113"/>
          <ac:spMkLst>
            <pc:docMk/>
            <pc:sldMk cId="3705377683" sldId="1077"/>
            <ac:spMk id="13" creationId="{A939A54C-91F8-62E0-1222-C2DF659615F0}"/>
          </ac:spMkLst>
        </pc:spChg>
        <pc:spChg chg="mod">
          <ac:chgData name="유예나" userId="56804d69-2be5-4f9a-85f3-71ac819806f9" providerId="ADAL" clId="{40228D36-1655-4F54-A9EB-2617461CB508}" dt="2025-02-25T07:12:22.475" v="1724" actId="1076"/>
          <ac:spMkLst>
            <pc:docMk/>
            <pc:sldMk cId="3705377683" sldId="1077"/>
            <ac:spMk id="24" creationId="{7F802310-BE39-2608-504B-CC8D270987F3}"/>
          </ac:spMkLst>
        </pc:spChg>
        <pc:picChg chg="mod">
          <ac:chgData name="유예나" userId="56804d69-2be5-4f9a-85f3-71ac819806f9" providerId="ADAL" clId="{40228D36-1655-4F54-A9EB-2617461CB508}" dt="2025-02-25T07:12:22.475" v="1724" actId="1076"/>
          <ac:picMkLst>
            <pc:docMk/>
            <pc:sldMk cId="3705377683" sldId="1077"/>
            <ac:picMk id="15" creationId="{FD314815-21B7-D93C-3763-18A537D410A2}"/>
          </ac:picMkLst>
        </pc:picChg>
      </pc:sldChg>
      <pc:sldChg chg="del">
        <pc:chgData name="유예나" userId="56804d69-2be5-4f9a-85f3-71ac819806f9" providerId="ADAL" clId="{40228D36-1655-4F54-A9EB-2617461CB508}" dt="2025-02-21T00:49:13.447" v="0" actId="47"/>
        <pc:sldMkLst>
          <pc:docMk/>
          <pc:sldMk cId="2531398359" sldId="1198"/>
        </pc:sldMkLst>
      </pc:sldChg>
      <pc:sldMasterChg chg="modSp">
        <pc:chgData name="유예나" userId="56804d69-2be5-4f9a-85f3-71ac819806f9" providerId="ADAL" clId="{40228D36-1655-4F54-A9EB-2617461CB508}" dt="2025-02-21T05:31:16.826" v="29" actId="735"/>
        <pc:sldMasterMkLst>
          <pc:docMk/>
          <pc:sldMasterMk cId="2019898865" sldId="2147483687"/>
        </pc:sldMasterMkLst>
      </pc:sldMasterChg>
      <pc:sldMasterChg chg="modSp mod">
        <pc:chgData name="유예나" userId="56804d69-2be5-4f9a-85f3-71ac819806f9" providerId="ADAL" clId="{40228D36-1655-4F54-A9EB-2617461CB508}" dt="2025-02-23T23:37:12.825" v="1721"/>
        <pc:sldMasterMkLst>
          <pc:docMk/>
          <pc:sldMasterMk cId="3730080836" sldId="2147483700"/>
        </pc:sldMasterMkLst>
        <pc:spChg chg="mod">
          <ac:chgData name="유예나" userId="56804d69-2be5-4f9a-85f3-71ac819806f9" providerId="ADAL" clId="{40228D36-1655-4F54-A9EB-2617461CB508}" dt="2025-02-23T23:37:12.825" v="1721"/>
          <ac:spMkLst>
            <pc:docMk/>
            <pc:sldMasterMk cId="3730080836" sldId="2147483700"/>
            <ac:spMk id="5" creationId="{49D477C1-B80A-436A-873B-8939B1660757}"/>
          </ac:spMkLst>
        </pc:spChg>
      </pc:sldMasterChg>
    </pc:docChg>
  </pc:docChgLst>
  <pc:docChgLst>
    <pc:chgData name="박수범" userId="3305dbaa-60c9-45ad-ab9f-58e93c3f4902" providerId="ADAL" clId="{A944AC53-3D5D-4208-BA25-8B84A9FEDD2A}"/>
    <pc:docChg chg="modSld">
      <pc:chgData name="박수범" userId="3305dbaa-60c9-45ad-ab9f-58e93c3f4902" providerId="ADAL" clId="{A944AC53-3D5D-4208-BA25-8B84A9FEDD2A}" dt="2025-05-07T00:06:21.512" v="93" actId="20577"/>
      <pc:docMkLst>
        <pc:docMk/>
      </pc:docMkLst>
      <pc:sldChg chg="modSp mod">
        <pc:chgData name="박수범" userId="3305dbaa-60c9-45ad-ab9f-58e93c3f4902" providerId="ADAL" clId="{A944AC53-3D5D-4208-BA25-8B84A9FEDD2A}" dt="2025-05-07T00:06:21.512" v="93" actId="20577"/>
        <pc:sldMkLst>
          <pc:docMk/>
          <pc:sldMk cId="1206148496" sldId="1043"/>
        </pc:sldMkLst>
        <pc:graphicFrameChg chg="mod modGraphic">
          <ac:chgData name="박수범" userId="3305dbaa-60c9-45ad-ab9f-58e93c3f4902" providerId="ADAL" clId="{A944AC53-3D5D-4208-BA25-8B84A9FEDD2A}" dt="2025-05-07T00:06:21.512" v="93" actId="20577"/>
          <ac:graphicFrameMkLst>
            <pc:docMk/>
            <pc:sldMk cId="1206148496" sldId="1043"/>
            <ac:graphicFrameMk id="4" creationId="{4B6E5F8E-1951-E3B7-2222-EE52CA3D384C}"/>
          </ac:graphicFrameMkLst>
        </pc:graphicFrameChg>
      </pc:sldChg>
      <pc:sldChg chg="modSp mod">
        <pc:chgData name="박수범" userId="3305dbaa-60c9-45ad-ab9f-58e93c3f4902" providerId="ADAL" clId="{A944AC53-3D5D-4208-BA25-8B84A9FEDD2A}" dt="2025-05-06T23:35:59.651" v="0" actId="20577"/>
        <pc:sldMkLst>
          <pc:docMk/>
          <pc:sldMk cId="2686220954" sldId="1047"/>
        </pc:sldMkLst>
        <pc:spChg chg="mod">
          <ac:chgData name="박수범" userId="3305dbaa-60c9-45ad-ab9f-58e93c3f4902" providerId="ADAL" clId="{A944AC53-3D5D-4208-BA25-8B84A9FEDD2A}" dt="2025-05-06T23:35:59.651" v="0" actId="20577"/>
          <ac:spMkLst>
            <pc:docMk/>
            <pc:sldMk cId="2686220954" sldId="1047"/>
            <ac:spMk id="6" creationId="{8FB49DC3-5F12-9DEF-37AE-242408625ECE}"/>
          </ac:spMkLst>
        </pc:spChg>
      </pc:sldChg>
      <pc:sldChg chg="modSp mod">
        <pc:chgData name="박수범" userId="3305dbaa-60c9-45ad-ab9f-58e93c3f4902" providerId="ADAL" clId="{A944AC53-3D5D-4208-BA25-8B84A9FEDD2A}" dt="2025-05-06T23:46:16.873" v="1" actId="20577"/>
        <pc:sldMkLst>
          <pc:docMk/>
          <pc:sldMk cId="1956525374" sldId="1063"/>
        </pc:sldMkLst>
        <pc:spChg chg="mod">
          <ac:chgData name="박수범" userId="3305dbaa-60c9-45ad-ab9f-58e93c3f4902" providerId="ADAL" clId="{A944AC53-3D5D-4208-BA25-8B84A9FEDD2A}" dt="2025-05-06T23:46:16.873" v="1" actId="20577"/>
          <ac:spMkLst>
            <pc:docMk/>
            <pc:sldMk cId="1956525374" sldId="1063"/>
            <ac:spMk id="10" creationId="{CBEB4DBB-4E13-1099-6D18-E062B67CEAFA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135BE6EE-CA60-4322-A1D5-4F412874D7A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28B7296-2E1B-4599-BA95-879B2371291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6038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831B5F-6633-49D3-B076-BCD6876A7ED6}" type="datetimeFigureOut">
              <a:rPr lang="ko-KR" altLang="en-US" smtClean="0"/>
              <a:t>2025-05-07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E41D0E1-955F-4D62-97C0-BA102859C06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FFE3B44-5F7C-477E-9EDA-A7A7B259171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6038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422889-ADBF-4C25-AB51-EEFA3E4391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34469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2"/>
            <a:ext cx="2949787" cy="498693"/>
          </a:xfrm>
          <a:prstGeom prst="rect">
            <a:avLst/>
          </a:prstGeom>
        </p:spPr>
        <p:txBody>
          <a:bodyPr vert="horz" lIns="91420" tIns="45710" rIns="91420" bIns="4571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5838" y="2"/>
            <a:ext cx="2949787" cy="498693"/>
          </a:xfrm>
          <a:prstGeom prst="rect">
            <a:avLst/>
          </a:prstGeom>
        </p:spPr>
        <p:txBody>
          <a:bodyPr vert="horz" lIns="91420" tIns="45710" rIns="91420" bIns="45710" rtlCol="0"/>
          <a:lstStyle>
            <a:lvl1pPr algn="r">
              <a:defRPr sz="1200"/>
            </a:lvl1pPr>
          </a:lstStyle>
          <a:p>
            <a:fld id="{83535A04-8F53-42F0-BE68-2A0C56FA6889}" type="datetimeFigureOut">
              <a:rPr lang="ko-KR" altLang="en-US" smtClean="0"/>
              <a:t>2025-05-07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3013"/>
            <a:ext cx="48450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20" tIns="45710" rIns="91420" bIns="4571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720" y="4783309"/>
            <a:ext cx="5445760" cy="3913614"/>
          </a:xfrm>
          <a:prstGeom prst="rect">
            <a:avLst/>
          </a:prstGeom>
        </p:spPr>
        <p:txBody>
          <a:bodyPr vert="horz" lIns="91420" tIns="45710" rIns="91420" bIns="4571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647"/>
            <a:ext cx="2949787" cy="498692"/>
          </a:xfrm>
          <a:prstGeom prst="rect">
            <a:avLst/>
          </a:prstGeom>
        </p:spPr>
        <p:txBody>
          <a:bodyPr vert="horz" lIns="91420" tIns="45710" rIns="91420" bIns="4571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5838" y="9440647"/>
            <a:ext cx="2949787" cy="498692"/>
          </a:xfrm>
          <a:prstGeom prst="rect">
            <a:avLst/>
          </a:prstGeom>
        </p:spPr>
        <p:txBody>
          <a:bodyPr vert="horz" lIns="91420" tIns="45710" rIns="91420" bIns="45710" rtlCol="0" anchor="b"/>
          <a:lstStyle>
            <a:lvl1pPr algn="r">
              <a:defRPr sz="1200"/>
            </a:lvl1pPr>
          </a:lstStyle>
          <a:p>
            <a:fld id="{649C5E89-AF82-449E-973A-8741335DFE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70093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9C5E89-AF82-449E-973A-8741335DFECF}" type="slidenum">
              <a:rPr lang="ko-KR" altLang="en-US" smtClean="0"/>
              <a:t>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2199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9C5E89-AF82-449E-973A-8741335DFECF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16319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9C5E89-AF82-449E-973A-8741335DFECF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94990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9C5E89-AF82-449E-973A-8741335DFECF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95800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/>
              <a:t>한국형 웹 콘텐츠 접근성 지침 </a:t>
            </a:r>
            <a:r>
              <a:rPr lang="en-US" altLang="ko-KR" sz="1200"/>
              <a:t>2.1(Korea Web Content Accessibility Guideline 2.1) 24</a:t>
            </a:r>
            <a:r>
              <a:rPr lang="ko-KR" altLang="en-US" sz="1200"/>
              <a:t>개 검사항목과 검사항목 준수 여부를 판단하기 위한 웹 접근성 인증심사 표준 지침을 기준으로 진단 수행</a:t>
            </a:r>
            <a:endParaRPr lang="en-US" altLang="ko-KR" sz="1200"/>
          </a:p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9C5E89-AF82-449E-973A-8741335DFECF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32834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/>
              <a:t>한국형 웹 콘텐츠 접근성 지침 </a:t>
            </a:r>
            <a:r>
              <a:rPr lang="en-US" altLang="ko-KR" sz="1200"/>
              <a:t>2.1(Korea Web Content Accessibility Guideline 2.1) 24</a:t>
            </a:r>
            <a:r>
              <a:rPr lang="ko-KR" altLang="en-US" sz="1200"/>
              <a:t>개 검사항목과 검사항목 준수 여부를 판단하기 위한 웹 접근성 인증심사 표준 지침을 기준으로 진단 수행</a:t>
            </a:r>
            <a:endParaRPr lang="en-US" altLang="ko-KR" sz="1200"/>
          </a:p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9C5E89-AF82-449E-973A-8741335DFECF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21142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9C5E89-AF82-449E-973A-8741335DFECF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33770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9C5E89-AF82-449E-973A-8741335DFECF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23190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9C5E89-AF82-449E-973A-8741335DFECF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43356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기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E5F08ABE-3711-4C3A-BF09-AFEA62CD3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589231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09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개선방안_좁게_필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79F8E6-9A5A-472A-AC33-0B83FE1EB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id="{7AB61EE3-623F-4F37-A588-9B7F2ABCA7E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391488028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</a:rPr>
                        <a:t>URL</a:t>
                      </a:r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900" b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5531405"/>
                  </a:ext>
                </a:extLst>
              </a:tr>
            </a:tbl>
          </a:graphicData>
        </a:graphic>
      </p:graphicFrame>
      <p:sp>
        <p:nvSpPr>
          <p:cNvPr id="7" name="페이지명">
            <a:extLst>
              <a:ext uri="{FF2B5EF4-FFF2-40B4-BE49-F238E27FC236}">
                <a16:creationId xmlns:a16="http://schemas.microsoft.com/office/drawing/2014/main" id="{9ECFD92E-302F-43D4-B16D-627E28D653D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65556" y="813199"/>
            <a:ext cx="8224519" cy="2088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ko-KR" altLang="en-US"/>
              <a:t>최상위 페이지 </a:t>
            </a:r>
            <a:r>
              <a:rPr lang="en-US" altLang="ko-KR"/>
              <a:t>&gt; </a:t>
            </a:r>
            <a:r>
              <a:rPr lang="ko-KR" altLang="en-US"/>
              <a:t>하위 페이지 </a:t>
            </a:r>
            <a:r>
              <a:rPr lang="en-US" altLang="ko-KR"/>
              <a:t>&gt; </a:t>
            </a:r>
            <a:r>
              <a:rPr lang="ko-KR" altLang="en-US"/>
              <a:t>하위 페이지        </a:t>
            </a:r>
            <a:r>
              <a:rPr lang="en-US" altLang="ko-KR"/>
              <a:t>*</a:t>
            </a:r>
            <a:r>
              <a:rPr lang="ko-KR" altLang="en-US"/>
              <a:t>경로 구분자는 </a:t>
            </a:r>
            <a:r>
              <a:rPr lang="en-US" altLang="ko-KR"/>
              <a:t>‘&gt;’ </a:t>
            </a:r>
            <a:r>
              <a:rPr lang="ko-KR" altLang="en-US"/>
              <a:t>사용</a:t>
            </a:r>
            <a:r>
              <a:rPr lang="en-US" altLang="ko-KR"/>
              <a:t>, </a:t>
            </a:r>
            <a:r>
              <a:rPr lang="ko-KR" altLang="en-US"/>
              <a:t>경로가 </a:t>
            </a:r>
            <a:r>
              <a:rPr lang="en-US" altLang="ko-KR"/>
              <a:t>2</a:t>
            </a:r>
            <a:r>
              <a:rPr lang="ko-KR" altLang="en-US"/>
              <a:t>개 이상일 때 가장 하위 페이지는 굵게</a:t>
            </a:r>
            <a:endParaRPr lang="en-US" altLang="ko-KR"/>
          </a:p>
        </p:txBody>
      </p:sp>
      <p:sp>
        <p:nvSpPr>
          <p:cNvPr id="8" name="URL">
            <a:extLst>
              <a:ext uri="{FF2B5EF4-FFF2-40B4-BE49-F238E27FC236}">
                <a16:creationId xmlns:a16="http://schemas.microsoft.com/office/drawing/2014/main" id="{AD41B344-C6A0-4775-AC21-A39E9D3525F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65556" y="1022495"/>
            <a:ext cx="8224519" cy="2088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altLang="ko-KR"/>
              <a:t>URL </a:t>
            </a:r>
            <a:r>
              <a:rPr lang="ko-KR" altLang="en-US"/>
              <a:t>입력     *모든 페이지 </a:t>
            </a:r>
            <a:r>
              <a:rPr lang="en-US" altLang="ko-KR"/>
              <a:t>URL</a:t>
            </a:r>
            <a:r>
              <a:rPr lang="ko-KR" altLang="en-US"/>
              <a:t>이 동일할 경우 ‘</a:t>
            </a:r>
            <a:r>
              <a:rPr lang="en-US" altLang="ko-KR"/>
              <a:t>-(</a:t>
            </a:r>
            <a:r>
              <a:rPr lang="ko-KR" altLang="en-US"/>
              <a:t>대시</a:t>
            </a:r>
            <a:r>
              <a:rPr lang="en-US" altLang="ko-KR"/>
              <a:t>)’ </a:t>
            </a:r>
            <a:r>
              <a:rPr lang="ko-KR" altLang="en-US"/>
              <a:t>표기</a:t>
            </a:r>
          </a:p>
        </p:txBody>
      </p:sp>
      <p:sp>
        <p:nvSpPr>
          <p:cNvPr id="10" name="검사항목">
            <a:extLst>
              <a:ext uri="{FF2B5EF4-FFF2-40B4-BE49-F238E27FC236}">
                <a16:creationId xmlns:a16="http://schemas.microsoft.com/office/drawing/2014/main" id="{0B59CA91-0BDB-4532-A622-6BD545A41AB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65556" y="1225704"/>
            <a:ext cx="8224519" cy="2088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altLang="ko-KR"/>
              <a:t>24</a:t>
            </a:r>
            <a:r>
              <a:rPr lang="ko-KR" altLang="en-US"/>
              <a:t>개 지침   </a:t>
            </a:r>
            <a:r>
              <a:rPr lang="en-US" altLang="ko-KR"/>
              <a:t>*</a:t>
            </a:r>
            <a:r>
              <a:rPr lang="ko-KR" altLang="en-US"/>
              <a:t>사용성 또는 사용자 진단 결과에 의한 수정일 경우</a:t>
            </a:r>
            <a:r>
              <a:rPr lang="en-US" altLang="ko-KR"/>
              <a:t>, </a:t>
            </a:r>
            <a:r>
              <a:rPr lang="ko-KR" altLang="en-US"/>
              <a:t>해당 항목이 없더라도 </a:t>
            </a:r>
            <a:r>
              <a:rPr lang="en-US" altLang="ko-KR"/>
              <a:t>'-(</a:t>
            </a:r>
            <a:r>
              <a:rPr lang="ko-KR" altLang="en-US"/>
              <a:t>대시</a:t>
            </a:r>
            <a:r>
              <a:rPr lang="en-US" altLang="ko-KR"/>
              <a:t>)' </a:t>
            </a:r>
            <a:r>
              <a:rPr lang="ko-KR" altLang="en-US"/>
              <a:t>표기</a:t>
            </a:r>
          </a:p>
        </p:txBody>
      </p:sp>
      <p:sp>
        <p:nvSpPr>
          <p:cNvPr id="6" name="오류유형">
            <a:extLst>
              <a:ext uri="{FF2B5EF4-FFF2-40B4-BE49-F238E27FC236}">
                <a16:creationId xmlns:a16="http://schemas.microsoft.com/office/drawing/2014/main" id="{A83AE7C4-EFAE-46FD-89D9-C5316319725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65556" y="1434504"/>
            <a:ext cx="6613524" cy="338400"/>
          </a:xfrm>
          <a:prstGeom prst="rect">
            <a:avLst/>
          </a:prstGeom>
        </p:spPr>
        <p:txBody>
          <a:bodyPr lIns="90000" tIns="36000" rIns="90000" bIns="360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/>
              <a:t>인증심사 지침 오류 유형     </a:t>
            </a:r>
            <a:r>
              <a:rPr lang="en-US" altLang="ko-KR"/>
              <a:t>*</a:t>
            </a:r>
            <a:r>
              <a:rPr lang="ko-KR" altLang="en-US"/>
              <a:t>사용성 또는 사용자 진단 결과에 의한 수정일 경우</a:t>
            </a:r>
            <a:r>
              <a:rPr lang="en-US" altLang="ko-KR"/>
              <a:t>, </a:t>
            </a:r>
            <a:r>
              <a:rPr lang="ko-KR" altLang="en-US"/>
              <a:t>해당 항목이 없더라도 </a:t>
            </a:r>
            <a:r>
              <a:rPr lang="en-US" altLang="ko-KR"/>
              <a:t>'-(</a:t>
            </a:r>
            <a:r>
              <a:rPr lang="ko-KR" altLang="en-US"/>
              <a:t>대시</a:t>
            </a:r>
            <a:r>
              <a:rPr lang="en-US" altLang="ko-KR"/>
              <a:t>)' </a:t>
            </a:r>
            <a:r>
              <a:rPr lang="ko-KR" altLang="en-US"/>
              <a:t>표기</a:t>
            </a:r>
          </a:p>
        </p:txBody>
      </p:sp>
      <p:graphicFrame>
        <p:nvGraphicFramePr>
          <p:cNvPr id="4" name="문제점 및 개선 방안">
            <a:extLst>
              <a:ext uri="{FF2B5EF4-FFF2-40B4-BE49-F238E27FC236}">
                <a16:creationId xmlns:a16="http://schemas.microsoft.com/office/drawing/2014/main" id="{3C9EBF25-435E-4713-846B-2829852AEC7D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137967625"/>
              </p:ext>
            </p:extLst>
          </p:nvPr>
        </p:nvGraphicFramePr>
        <p:xfrm>
          <a:off x="412705" y="1864800"/>
          <a:ext cx="9080590" cy="4788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40295">
                  <a:extLst>
                    <a:ext uri="{9D8B030D-6E8A-4147-A177-3AD203B41FA5}">
                      <a16:colId xmlns:a16="http://schemas.microsoft.com/office/drawing/2014/main" val="1748455716"/>
                    </a:ext>
                  </a:extLst>
                </a:gridCol>
                <a:gridCol w="4540295">
                  <a:extLst>
                    <a:ext uri="{9D8B030D-6E8A-4147-A177-3AD203B41FA5}">
                      <a16:colId xmlns:a16="http://schemas.microsoft.com/office/drawing/2014/main" val="1793000155"/>
                    </a:ext>
                  </a:extLst>
                </a:gridCol>
              </a:tblGrid>
              <a:tr h="21600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/>
                        <a:t>문제점 및 개선 방안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/>
                    </a:p>
                  </a:txBody>
                  <a:tcPr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45960"/>
                  </a:ext>
                </a:extLst>
              </a:tr>
              <a:tr h="457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1396524"/>
                  </a:ext>
                </a:extLst>
              </a:tr>
            </a:tbl>
          </a:graphicData>
        </a:graphic>
      </p:graphicFrame>
      <p:sp>
        <p:nvSpPr>
          <p:cNvPr id="13" name="설명">
            <a:extLst>
              <a:ext uri="{FF2B5EF4-FFF2-40B4-BE49-F238E27FC236}">
                <a16:creationId xmlns:a16="http://schemas.microsoft.com/office/drawing/2014/main" id="{196E4C04-B516-4B97-87D2-D5D6CFC6543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2129" y="2246825"/>
            <a:ext cx="4105275" cy="598764"/>
          </a:xfrm>
          <a:prstGeom prst="rect">
            <a:avLst/>
          </a:prstGeom>
          <a:noFill/>
        </p:spPr>
        <p:txBody>
          <a:bodyPr wrap="square" lIns="0" tIns="0" rIns="0" bIns="432000" rtlCol="0">
            <a:spAutoFit/>
          </a:bodyPr>
          <a:lstStyle>
            <a:lvl1pPr latinLnBrk="0">
              <a:lnSpc>
                <a:spcPct val="120000"/>
              </a:lnSpc>
              <a:spcBef>
                <a:spcPts val="400"/>
              </a:spcBef>
              <a:defRPr lang="ko-KR" altLang="en-US" sz="1000" smtClean="0"/>
            </a:lvl1pPr>
            <a:lvl2pPr>
              <a:defRPr lang="ko-KR" altLang="en-US" sz="1800" smtClean="0"/>
            </a:lvl2pPr>
            <a:lvl3pPr>
              <a:defRPr lang="ko-KR" altLang="en-US" sz="1800" smtClean="0"/>
            </a:lvl3pPr>
            <a:lvl4pPr>
              <a:defRPr lang="ko-KR" altLang="en-US" smtClean="0"/>
            </a:lvl4pPr>
            <a:lvl5pPr>
              <a:defRPr lang="ko-KR" altLang="en-US"/>
            </a:lvl5pPr>
          </a:lstStyle>
          <a:p>
            <a:pPr marL="144000" lvl="0" indent="-144000" defTabSz="457200" latinLnBrk="0">
              <a:lnSpc>
                <a:spcPct val="112000"/>
              </a:lnSpc>
            </a:pPr>
            <a:r>
              <a:rPr lang="ko-KR" altLang="en-US"/>
              <a:t>내용</a:t>
            </a:r>
          </a:p>
        </p:txBody>
      </p:sp>
    </p:spTree>
    <p:extLst>
      <p:ext uri="{BB962C8B-B14F-4D97-AF65-F5344CB8AC3E}">
        <p14:creationId xmlns:p14="http://schemas.microsoft.com/office/powerpoint/2010/main" val="27161139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84" userDrawn="1">
          <p15:clr>
            <a:srgbClr val="FBAE40"/>
          </p15:clr>
        </p15:guide>
        <p15:guide id="2" pos="3256" userDrawn="1">
          <p15:clr>
            <a:srgbClr val="FBAE40"/>
          </p15:clr>
        </p15:guide>
        <p15:guide id="3" pos="1691" userDrawn="1">
          <p15:clr>
            <a:srgbClr val="FBAE40"/>
          </p15:clr>
        </p15:guide>
        <p15:guide id="4" orient="horz" pos="1412" userDrawn="1">
          <p15:clr>
            <a:srgbClr val="FBAE40"/>
          </p15:clr>
        </p15:guide>
        <p15:guide id="5" orient="horz" pos="4088" userDrawn="1">
          <p15:clr>
            <a:srgbClr val="FBAE40"/>
          </p15:clr>
        </p15:guide>
        <p15:guide id="6" orient="horz" pos="2750" userDrawn="1">
          <p15:clr>
            <a:srgbClr val="FBAE40"/>
          </p15:clr>
        </p15:guide>
        <p15:guide id="7" pos="4549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개선방안_좁게_필수(계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79F8E6-9A5A-472A-AC33-0B83FE1EB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id="{7AB61EE3-623F-4F37-A588-9B7F2ABCA7E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493607941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</a:rPr>
                        <a:t>URL</a:t>
                      </a:r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900" b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5531405"/>
                  </a:ext>
                </a:extLst>
              </a:tr>
            </a:tbl>
          </a:graphicData>
        </a:graphic>
      </p:graphicFrame>
      <p:sp>
        <p:nvSpPr>
          <p:cNvPr id="7" name="페이지명">
            <a:extLst>
              <a:ext uri="{FF2B5EF4-FFF2-40B4-BE49-F238E27FC236}">
                <a16:creationId xmlns:a16="http://schemas.microsoft.com/office/drawing/2014/main" id="{9ECFD92E-302F-43D4-B16D-627E28D653D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65556" y="813199"/>
            <a:ext cx="8224519" cy="2088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ko-KR" altLang="en-US"/>
              <a:t>최상위 페이지 </a:t>
            </a:r>
            <a:r>
              <a:rPr lang="en-US" altLang="ko-KR"/>
              <a:t>&gt; </a:t>
            </a:r>
            <a:r>
              <a:rPr lang="ko-KR" altLang="en-US"/>
              <a:t>하위 페이지 </a:t>
            </a:r>
            <a:r>
              <a:rPr lang="en-US" altLang="ko-KR"/>
              <a:t>&gt; </a:t>
            </a:r>
            <a:r>
              <a:rPr lang="ko-KR" altLang="en-US"/>
              <a:t>하위 페이지        </a:t>
            </a:r>
            <a:r>
              <a:rPr lang="en-US" altLang="ko-KR"/>
              <a:t>*</a:t>
            </a:r>
            <a:r>
              <a:rPr lang="ko-KR" altLang="en-US"/>
              <a:t>경로 구분자는 </a:t>
            </a:r>
            <a:r>
              <a:rPr lang="en-US" altLang="ko-KR"/>
              <a:t>‘&gt;’ </a:t>
            </a:r>
            <a:r>
              <a:rPr lang="ko-KR" altLang="en-US"/>
              <a:t>사용</a:t>
            </a:r>
            <a:r>
              <a:rPr lang="en-US" altLang="ko-KR"/>
              <a:t>, </a:t>
            </a:r>
            <a:r>
              <a:rPr lang="ko-KR" altLang="en-US"/>
              <a:t>경로가 </a:t>
            </a:r>
            <a:r>
              <a:rPr lang="en-US" altLang="ko-KR"/>
              <a:t>2</a:t>
            </a:r>
            <a:r>
              <a:rPr lang="ko-KR" altLang="en-US"/>
              <a:t>개 이상일 때 가장 하위 페이지는 굵게</a:t>
            </a:r>
            <a:endParaRPr lang="en-US" altLang="ko-KR"/>
          </a:p>
        </p:txBody>
      </p:sp>
      <p:sp>
        <p:nvSpPr>
          <p:cNvPr id="8" name="URL">
            <a:extLst>
              <a:ext uri="{FF2B5EF4-FFF2-40B4-BE49-F238E27FC236}">
                <a16:creationId xmlns:a16="http://schemas.microsoft.com/office/drawing/2014/main" id="{AD41B344-C6A0-4775-AC21-A39E9D3525F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65556" y="1022495"/>
            <a:ext cx="8224519" cy="2088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altLang="ko-KR"/>
              <a:t>URL </a:t>
            </a:r>
            <a:r>
              <a:rPr lang="ko-KR" altLang="en-US"/>
              <a:t>입력     *모든 페이지 </a:t>
            </a:r>
            <a:r>
              <a:rPr lang="en-US" altLang="ko-KR"/>
              <a:t>URL</a:t>
            </a:r>
            <a:r>
              <a:rPr lang="ko-KR" altLang="en-US"/>
              <a:t>이 동일할 경우 ‘</a:t>
            </a:r>
            <a:r>
              <a:rPr lang="en-US" altLang="ko-KR"/>
              <a:t>-(</a:t>
            </a:r>
            <a:r>
              <a:rPr lang="ko-KR" altLang="en-US"/>
              <a:t>대시</a:t>
            </a:r>
            <a:r>
              <a:rPr lang="en-US" altLang="ko-KR"/>
              <a:t>)’ </a:t>
            </a:r>
            <a:r>
              <a:rPr lang="ko-KR" altLang="en-US"/>
              <a:t>표기</a:t>
            </a:r>
          </a:p>
        </p:txBody>
      </p:sp>
      <p:sp>
        <p:nvSpPr>
          <p:cNvPr id="10" name="검사항목">
            <a:extLst>
              <a:ext uri="{FF2B5EF4-FFF2-40B4-BE49-F238E27FC236}">
                <a16:creationId xmlns:a16="http://schemas.microsoft.com/office/drawing/2014/main" id="{0B59CA91-0BDB-4532-A622-6BD545A41AB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65556" y="1225704"/>
            <a:ext cx="8224519" cy="2088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altLang="ko-KR"/>
              <a:t>24</a:t>
            </a:r>
            <a:r>
              <a:rPr lang="ko-KR" altLang="en-US"/>
              <a:t>개 지침   </a:t>
            </a:r>
            <a:r>
              <a:rPr lang="en-US" altLang="ko-KR"/>
              <a:t>*</a:t>
            </a:r>
            <a:r>
              <a:rPr lang="ko-KR" altLang="en-US"/>
              <a:t>사용성 또는 사용자 진단 결과에 의한 수정일 경우</a:t>
            </a:r>
            <a:r>
              <a:rPr lang="en-US" altLang="ko-KR"/>
              <a:t>, </a:t>
            </a:r>
            <a:r>
              <a:rPr lang="ko-KR" altLang="en-US"/>
              <a:t>해당 항목이 없더라도 </a:t>
            </a:r>
            <a:r>
              <a:rPr lang="en-US" altLang="ko-KR"/>
              <a:t>'-(</a:t>
            </a:r>
            <a:r>
              <a:rPr lang="ko-KR" altLang="en-US"/>
              <a:t>대시</a:t>
            </a:r>
            <a:r>
              <a:rPr lang="en-US" altLang="ko-KR"/>
              <a:t>)' </a:t>
            </a:r>
            <a:r>
              <a:rPr lang="ko-KR" altLang="en-US"/>
              <a:t>표기</a:t>
            </a:r>
          </a:p>
        </p:txBody>
      </p:sp>
      <p:sp>
        <p:nvSpPr>
          <p:cNvPr id="6" name="오류유형">
            <a:extLst>
              <a:ext uri="{FF2B5EF4-FFF2-40B4-BE49-F238E27FC236}">
                <a16:creationId xmlns:a16="http://schemas.microsoft.com/office/drawing/2014/main" id="{A83AE7C4-EFAE-46FD-89D9-C5316319725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65556" y="1434504"/>
            <a:ext cx="6613524" cy="338400"/>
          </a:xfrm>
          <a:prstGeom prst="rect">
            <a:avLst/>
          </a:prstGeom>
        </p:spPr>
        <p:txBody>
          <a:bodyPr lIns="90000" tIns="36000" rIns="90000" bIns="360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/>
              <a:t>인증심사 지침 오류 유형     </a:t>
            </a:r>
            <a:r>
              <a:rPr lang="en-US" altLang="ko-KR"/>
              <a:t>*</a:t>
            </a:r>
            <a:r>
              <a:rPr lang="ko-KR" altLang="en-US"/>
              <a:t>사용성 또는 사용자 진단 결과에 의한 수정일 경우</a:t>
            </a:r>
            <a:r>
              <a:rPr lang="en-US" altLang="ko-KR"/>
              <a:t>, </a:t>
            </a:r>
            <a:r>
              <a:rPr lang="ko-KR" altLang="en-US"/>
              <a:t>해당 항목이 없더라도 </a:t>
            </a:r>
            <a:r>
              <a:rPr lang="en-US" altLang="ko-KR"/>
              <a:t>'-(</a:t>
            </a:r>
            <a:r>
              <a:rPr lang="ko-KR" altLang="en-US"/>
              <a:t>대시</a:t>
            </a:r>
            <a:r>
              <a:rPr lang="en-US" altLang="ko-KR"/>
              <a:t>)' </a:t>
            </a:r>
            <a:r>
              <a:rPr lang="ko-KR" altLang="en-US"/>
              <a:t>표기</a:t>
            </a:r>
          </a:p>
        </p:txBody>
      </p:sp>
      <p:graphicFrame>
        <p:nvGraphicFramePr>
          <p:cNvPr id="4" name="문제점 및 개선 방안">
            <a:extLst>
              <a:ext uri="{FF2B5EF4-FFF2-40B4-BE49-F238E27FC236}">
                <a16:creationId xmlns:a16="http://schemas.microsoft.com/office/drawing/2014/main" id="{3C9EBF25-435E-4713-846B-2829852AEC7D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982839133"/>
              </p:ext>
            </p:extLst>
          </p:nvPr>
        </p:nvGraphicFramePr>
        <p:xfrm>
          <a:off x="412705" y="1864800"/>
          <a:ext cx="9080590" cy="4788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40295">
                  <a:extLst>
                    <a:ext uri="{9D8B030D-6E8A-4147-A177-3AD203B41FA5}">
                      <a16:colId xmlns:a16="http://schemas.microsoft.com/office/drawing/2014/main" val="1748455716"/>
                    </a:ext>
                  </a:extLst>
                </a:gridCol>
                <a:gridCol w="4540295">
                  <a:extLst>
                    <a:ext uri="{9D8B030D-6E8A-4147-A177-3AD203B41FA5}">
                      <a16:colId xmlns:a16="http://schemas.microsoft.com/office/drawing/2014/main" val="1793000155"/>
                    </a:ext>
                  </a:extLst>
                </a:gridCol>
              </a:tblGrid>
              <a:tr h="4788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13965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15314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84" userDrawn="1">
          <p15:clr>
            <a:srgbClr val="FBAE40"/>
          </p15:clr>
        </p15:guide>
        <p15:guide id="2" pos="3256" userDrawn="1">
          <p15:clr>
            <a:srgbClr val="FBAE40"/>
          </p15:clr>
        </p15:guide>
        <p15:guide id="3" pos="1691" userDrawn="1">
          <p15:clr>
            <a:srgbClr val="FBAE40"/>
          </p15:clr>
        </p15:guide>
        <p15:guide id="5" orient="horz" pos="4088" userDrawn="1">
          <p15:clr>
            <a:srgbClr val="FBAE40"/>
          </p15:clr>
        </p15:guide>
        <p15:guide id="6" orient="horz" pos="2659" userDrawn="1">
          <p15:clr>
            <a:srgbClr val="FBAE40"/>
          </p15:clr>
        </p15:guide>
        <p15:guide id="7" pos="4549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개선방안_넓게_필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79F8E6-9A5A-472A-AC33-0B83FE1EB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id="{7AB61EE3-623F-4F37-A588-9B7F2ABCA7E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850723469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</a:rPr>
                        <a:t>URL</a:t>
                      </a:r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900" b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5531405"/>
                  </a:ext>
                </a:extLst>
              </a:tr>
            </a:tbl>
          </a:graphicData>
        </a:graphic>
      </p:graphicFrame>
      <p:sp>
        <p:nvSpPr>
          <p:cNvPr id="7" name="페이지명">
            <a:extLst>
              <a:ext uri="{FF2B5EF4-FFF2-40B4-BE49-F238E27FC236}">
                <a16:creationId xmlns:a16="http://schemas.microsoft.com/office/drawing/2014/main" id="{9ECFD92E-302F-43D4-B16D-627E28D653D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65556" y="813199"/>
            <a:ext cx="8224519" cy="2088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ko-KR" altLang="en-US"/>
              <a:t>최상위 페이지 </a:t>
            </a:r>
            <a:r>
              <a:rPr lang="en-US" altLang="ko-KR"/>
              <a:t>&gt; </a:t>
            </a:r>
            <a:r>
              <a:rPr lang="ko-KR" altLang="en-US"/>
              <a:t>하위 페이지 </a:t>
            </a:r>
            <a:r>
              <a:rPr lang="en-US" altLang="ko-KR"/>
              <a:t>&gt; </a:t>
            </a:r>
            <a:r>
              <a:rPr lang="ko-KR" altLang="en-US"/>
              <a:t>하위 페이지        </a:t>
            </a:r>
            <a:r>
              <a:rPr lang="en-US" altLang="ko-KR"/>
              <a:t>*</a:t>
            </a:r>
            <a:r>
              <a:rPr lang="ko-KR" altLang="en-US"/>
              <a:t>경로 구분자는 </a:t>
            </a:r>
            <a:r>
              <a:rPr lang="en-US" altLang="ko-KR"/>
              <a:t>‘&gt;’ </a:t>
            </a:r>
            <a:r>
              <a:rPr lang="ko-KR" altLang="en-US"/>
              <a:t>사용</a:t>
            </a:r>
            <a:r>
              <a:rPr lang="en-US" altLang="ko-KR"/>
              <a:t>, </a:t>
            </a:r>
            <a:r>
              <a:rPr lang="ko-KR" altLang="en-US"/>
              <a:t>경로가 </a:t>
            </a:r>
            <a:r>
              <a:rPr lang="en-US" altLang="ko-KR"/>
              <a:t>2</a:t>
            </a:r>
            <a:r>
              <a:rPr lang="ko-KR" altLang="en-US"/>
              <a:t>개 이상일 때 가장 하위 페이지는 굵게</a:t>
            </a:r>
            <a:endParaRPr lang="en-US" altLang="ko-KR"/>
          </a:p>
        </p:txBody>
      </p:sp>
      <p:sp>
        <p:nvSpPr>
          <p:cNvPr id="8" name="URL">
            <a:extLst>
              <a:ext uri="{FF2B5EF4-FFF2-40B4-BE49-F238E27FC236}">
                <a16:creationId xmlns:a16="http://schemas.microsoft.com/office/drawing/2014/main" id="{AD41B344-C6A0-4775-AC21-A39E9D3525F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65556" y="1022495"/>
            <a:ext cx="8224519" cy="2088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altLang="ko-KR"/>
              <a:t>URL </a:t>
            </a:r>
            <a:r>
              <a:rPr lang="ko-KR" altLang="en-US"/>
              <a:t>입력     *모든 페이지 </a:t>
            </a:r>
            <a:r>
              <a:rPr lang="en-US" altLang="ko-KR"/>
              <a:t>URL</a:t>
            </a:r>
            <a:r>
              <a:rPr lang="ko-KR" altLang="en-US"/>
              <a:t>이 동일할 경우 ‘</a:t>
            </a:r>
            <a:r>
              <a:rPr lang="en-US" altLang="ko-KR"/>
              <a:t>-(</a:t>
            </a:r>
            <a:r>
              <a:rPr lang="ko-KR" altLang="en-US"/>
              <a:t>대시</a:t>
            </a:r>
            <a:r>
              <a:rPr lang="en-US" altLang="ko-KR"/>
              <a:t>)’ </a:t>
            </a:r>
            <a:r>
              <a:rPr lang="ko-KR" altLang="en-US"/>
              <a:t>표기</a:t>
            </a:r>
          </a:p>
        </p:txBody>
      </p:sp>
      <p:sp>
        <p:nvSpPr>
          <p:cNvPr id="10" name="검사항목">
            <a:extLst>
              <a:ext uri="{FF2B5EF4-FFF2-40B4-BE49-F238E27FC236}">
                <a16:creationId xmlns:a16="http://schemas.microsoft.com/office/drawing/2014/main" id="{0B59CA91-0BDB-4532-A622-6BD545A41AB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65556" y="1225704"/>
            <a:ext cx="8224519" cy="2088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altLang="ko-KR"/>
              <a:t>24</a:t>
            </a:r>
            <a:r>
              <a:rPr lang="ko-KR" altLang="en-US"/>
              <a:t>개 지침   </a:t>
            </a:r>
            <a:r>
              <a:rPr lang="en-US" altLang="ko-KR"/>
              <a:t>*</a:t>
            </a:r>
            <a:r>
              <a:rPr lang="ko-KR" altLang="en-US"/>
              <a:t>사용성 또는 사용자 진단 결과에 의한 수정일 경우</a:t>
            </a:r>
            <a:r>
              <a:rPr lang="en-US" altLang="ko-KR"/>
              <a:t>, </a:t>
            </a:r>
            <a:r>
              <a:rPr lang="ko-KR" altLang="en-US"/>
              <a:t>해당 항목이 없더라도 </a:t>
            </a:r>
            <a:r>
              <a:rPr lang="en-US" altLang="ko-KR"/>
              <a:t>'-(</a:t>
            </a:r>
            <a:r>
              <a:rPr lang="ko-KR" altLang="en-US"/>
              <a:t>대시</a:t>
            </a:r>
            <a:r>
              <a:rPr lang="en-US" altLang="ko-KR"/>
              <a:t>)' </a:t>
            </a:r>
            <a:r>
              <a:rPr lang="ko-KR" altLang="en-US"/>
              <a:t>표기</a:t>
            </a:r>
          </a:p>
        </p:txBody>
      </p:sp>
      <p:sp>
        <p:nvSpPr>
          <p:cNvPr id="6" name="오류유형">
            <a:extLst>
              <a:ext uri="{FF2B5EF4-FFF2-40B4-BE49-F238E27FC236}">
                <a16:creationId xmlns:a16="http://schemas.microsoft.com/office/drawing/2014/main" id="{A83AE7C4-EFAE-46FD-89D9-C5316319725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65556" y="1434504"/>
            <a:ext cx="6613524" cy="338400"/>
          </a:xfrm>
          <a:prstGeom prst="rect">
            <a:avLst/>
          </a:prstGeom>
        </p:spPr>
        <p:txBody>
          <a:bodyPr lIns="90000" tIns="36000" rIns="90000" bIns="360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/>
              <a:t>인증심사 지침 오류 유형     </a:t>
            </a:r>
            <a:r>
              <a:rPr lang="en-US" altLang="ko-KR"/>
              <a:t>*</a:t>
            </a:r>
            <a:r>
              <a:rPr lang="ko-KR" altLang="en-US"/>
              <a:t>사용성 또는 사용자 진단 결과에 의한 수정일 경우</a:t>
            </a:r>
            <a:r>
              <a:rPr lang="en-US" altLang="ko-KR"/>
              <a:t>, </a:t>
            </a:r>
            <a:r>
              <a:rPr lang="ko-KR" altLang="en-US"/>
              <a:t>해당 항목이 없더라도 </a:t>
            </a:r>
            <a:r>
              <a:rPr lang="en-US" altLang="ko-KR"/>
              <a:t>'-(</a:t>
            </a:r>
            <a:r>
              <a:rPr lang="ko-KR" altLang="en-US"/>
              <a:t>대시</a:t>
            </a:r>
            <a:r>
              <a:rPr lang="en-US" altLang="ko-KR"/>
              <a:t>)' </a:t>
            </a:r>
            <a:r>
              <a:rPr lang="ko-KR" altLang="en-US"/>
              <a:t>표기</a:t>
            </a:r>
          </a:p>
        </p:txBody>
      </p:sp>
      <p:graphicFrame>
        <p:nvGraphicFramePr>
          <p:cNvPr id="4" name="문제점 및 개선 방안">
            <a:extLst>
              <a:ext uri="{FF2B5EF4-FFF2-40B4-BE49-F238E27FC236}">
                <a16:creationId xmlns:a16="http://schemas.microsoft.com/office/drawing/2014/main" id="{3C9EBF25-435E-4713-846B-2829852AEC7D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041527621"/>
              </p:ext>
            </p:extLst>
          </p:nvPr>
        </p:nvGraphicFramePr>
        <p:xfrm>
          <a:off x="412705" y="1865418"/>
          <a:ext cx="9080590" cy="4788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40295">
                  <a:extLst>
                    <a:ext uri="{9D8B030D-6E8A-4147-A177-3AD203B41FA5}">
                      <a16:colId xmlns:a16="http://schemas.microsoft.com/office/drawing/2014/main" val="1748455716"/>
                    </a:ext>
                  </a:extLst>
                </a:gridCol>
                <a:gridCol w="4540295">
                  <a:extLst>
                    <a:ext uri="{9D8B030D-6E8A-4147-A177-3AD203B41FA5}">
                      <a16:colId xmlns:a16="http://schemas.microsoft.com/office/drawing/2014/main" val="1793000155"/>
                    </a:ext>
                  </a:extLst>
                </a:gridCol>
              </a:tblGrid>
              <a:tr h="21600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/>
                        <a:t>문제점 및 개선 방안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/>
                    </a:p>
                  </a:txBody>
                  <a:tcPr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45960"/>
                  </a:ext>
                </a:extLst>
              </a:tr>
              <a:tr h="457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1396524"/>
                  </a:ext>
                </a:extLst>
              </a:tr>
            </a:tbl>
          </a:graphicData>
        </a:graphic>
      </p:graphicFrame>
      <p:sp>
        <p:nvSpPr>
          <p:cNvPr id="11" name="설명">
            <a:extLst>
              <a:ext uri="{FF2B5EF4-FFF2-40B4-BE49-F238E27FC236}">
                <a16:creationId xmlns:a16="http://schemas.microsoft.com/office/drawing/2014/main" id="{D780F0F9-EB12-4D9A-9655-CF426052251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2129" y="2246825"/>
            <a:ext cx="8642046" cy="598764"/>
          </a:xfrm>
          <a:prstGeom prst="rect">
            <a:avLst/>
          </a:prstGeom>
          <a:noFill/>
        </p:spPr>
        <p:txBody>
          <a:bodyPr wrap="square" lIns="0" tIns="0" rIns="0" bIns="432000" rtlCol="0">
            <a:spAutoFit/>
          </a:bodyPr>
          <a:lstStyle>
            <a:lvl1pPr latinLnBrk="0">
              <a:lnSpc>
                <a:spcPct val="120000"/>
              </a:lnSpc>
              <a:spcBef>
                <a:spcPts val="400"/>
              </a:spcBef>
              <a:defRPr lang="ko-KR" altLang="en-US" sz="1000" smtClean="0"/>
            </a:lvl1pPr>
            <a:lvl2pPr>
              <a:defRPr lang="ko-KR" altLang="en-US" sz="1800" smtClean="0"/>
            </a:lvl2pPr>
            <a:lvl3pPr>
              <a:defRPr lang="ko-KR" altLang="en-US" sz="1800" smtClean="0"/>
            </a:lvl3pPr>
            <a:lvl4pPr>
              <a:defRPr lang="ko-KR" altLang="en-US" smtClean="0"/>
            </a:lvl4pPr>
            <a:lvl5pPr>
              <a:defRPr lang="ko-KR" altLang="en-US"/>
            </a:lvl5pPr>
          </a:lstStyle>
          <a:p>
            <a:pPr marL="144000" lvl="0" indent="-144000" defTabSz="457200" latinLnBrk="0">
              <a:lnSpc>
                <a:spcPct val="112000"/>
              </a:lnSpc>
            </a:pPr>
            <a:r>
              <a:rPr lang="ko-KR" altLang="en-US"/>
              <a:t>내용</a:t>
            </a:r>
          </a:p>
        </p:txBody>
      </p:sp>
    </p:spTree>
    <p:extLst>
      <p:ext uri="{BB962C8B-B14F-4D97-AF65-F5344CB8AC3E}">
        <p14:creationId xmlns:p14="http://schemas.microsoft.com/office/powerpoint/2010/main" val="8684100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84" userDrawn="1">
          <p15:clr>
            <a:srgbClr val="FBAE40"/>
          </p15:clr>
        </p15:guide>
        <p15:guide id="2" pos="3256" userDrawn="1">
          <p15:clr>
            <a:srgbClr val="FBAE40"/>
          </p15:clr>
        </p15:guide>
        <p15:guide id="3" pos="1691" userDrawn="1">
          <p15:clr>
            <a:srgbClr val="FBAE40"/>
          </p15:clr>
        </p15:guide>
        <p15:guide id="4" orient="horz" pos="1412" userDrawn="1">
          <p15:clr>
            <a:srgbClr val="FBAE40"/>
          </p15:clr>
        </p15:guide>
        <p15:guide id="5" orient="horz" pos="4088" userDrawn="1">
          <p15:clr>
            <a:srgbClr val="FBAE40"/>
          </p15:clr>
        </p15:guide>
        <p15:guide id="6" orient="horz" pos="2750" userDrawn="1">
          <p15:clr>
            <a:srgbClr val="FBAE40"/>
          </p15:clr>
        </p15:guide>
        <p15:guide id="7" pos="4549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개선방안_넓게_필수(계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79F8E6-9A5A-472A-AC33-0B83FE1EB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id="{7AB61EE3-623F-4F37-A588-9B7F2ABCA7E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388398280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</a:rPr>
                        <a:t>URL</a:t>
                      </a:r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900" b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5531405"/>
                  </a:ext>
                </a:extLst>
              </a:tr>
            </a:tbl>
          </a:graphicData>
        </a:graphic>
      </p:graphicFrame>
      <p:sp>
        <p:nvSpPr>
          <p:cNvPr id="7" name="페이지명">
            <a:extLst>
              <a:ext uri="{FF2B5EF4-FFF2-40B4-BE49-F238E27FC236}">
                <a16:creationId xmlns:a16="http://schemas.microsoft.com/office/drawing/2014/main" id="{9ECFD92E-302F-43D4-B16D-627E28D653D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65556" y="813199"/>
            <a:ext cx="8224519" cy="2088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ko-KR" altLang="en-US"/>
              <a:t>최상위 페이지 </a:t>
            </a:r>
            <a:r>
              <a:rPr lang="en-US" altLang="ko-KR"/>
              <a:t>&gt; </a:t>
            </a:r>
            <a:r>
              <a:rPr lang="ko-KR" altLang="en-US"/>
              <a:t>하위 페이지 </a:t>
            </a:r>
            <a:r>
              <a:rPr lang="en-US" altLang="ko-KR"/>
              <a:t>&gt; </a:t>
            </a:r>
            <a:r>
              <a:rPr lang="ko-KR" altLang="en-US"/>
              <a:t>하위 페이지        </a:t>
            </a:r>
            <a:r>
              <a:rPr lang="en-US" altLang="ko-KR"/>
              <a:t>*</a:t>
            </a:r>
            <a:r>
              <a:rPr lang="ko-KR" altLang="en-US"/>
              <a:t>경로 구분자는 </a:t>
            </a:r>
            <a:r>
              <a:rPr lang="en-US" altLang="ko-KR"/>
              <a:t>‘&gt;’ </a:t>
            </a:r>
            <a:r>
              <a:rPr lang="ko-KR" altLang="en-US"/>
              <a:t>사용</a:t>
            </a:r>
            <a:r>
              <a:rPr lang="en-US" altLang="ko-KR"/>
              <a:t>, </a:t>
            </a:r>
            <a:r>
              <a:rPr lang="ko-KR" altLang="en-US"/>
              <a:t>경로가 </a:t>
            </a:r>
            <a:r>
              <a:rPr lang="en-US" altLang="ko-KR"/>
              <a:t>2</a:t>
            </a:r>
            <a:r>
              <a:rPr lang="ko-KR" altLang="en-US"/>
              <a:t>개 이상일 때 가장 하위 페이지는 굵게</a:t>
            </a:r>
            <a:endParaRPr lang="en-US" altLang="ko-KR"/>
          </a:p>
        </p:txBody>
      </p:sp>
      <p:sp>
        <p:nvSpPr>
          <p:cNvPr id="8" name="URL">
            <a:extLst>
              <a:ext uri="{FF2B5EF4-FFF2-40B4-BE49-F238E27FC236}">
                <a16:creationId xmlns:a16="http://schemas.microsoft.com/office/drawing/2014/main" id="{AD41B344-C6A0-4775-AC21-A39E9D3525F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65556" y="1022495"/>
            <a:ext cx="8224519" cy="2088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altLang="ko-KR"/>
              <a:t>URL </a:t>
            </a:r>
            <a:r>
              <a:rPr lang="ko-KR" altLang="en-US"/>
              <a:t>입력     *모든 페이지 </a:t>
            </a:r>
            <a:r>
              <a:rPr lang="en-US" altLang="ko-KR"/>
              <a:t>URL</a:t>
            </a:r>
            <a:r>
              <a:rPr lang="ko-KR" altLang="en-US"/>
              <a:t>이 동일할 경우 ‘</a:t>
            </a:r>
            <a:r>
              <a:rPr lang="en-US" altLang="ko-KR"/>
              <a:t>-(</a:t>
            </a:r>
            <a:r>
              <a:rPr lang="ko-KR" altLang="en-US"/>
              <a:t>대시</a:t>
            </a:r>
            <a:r>
              <a:rPr lang="en-US" altLang="ko-KR"/>
              <a:t>)’ </a:t>
            </a:r>
            <a:r>
              <a:rPr lang="ko-KR" altLang="en-US"/>
              <a:t>표기</a:t>
            </a:r>
          </a:p>
        </p:txBody>
      </p:sp>
      <p:sp>
        <p:nvSpPr>
          <p:cNvPr id="10" name="검사항목">
            <a:extLst>
              <a:ext uri="{FF2B5EF4-FFF2-40B4-BE49-F238E27FC236}">
                <a16:creationId xmlns:a16="http://schemas.microsoft.com/office/drawing/2014/main" id="{0B59CA91-0BDB-4532-A622-6BD545A41AB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65556" y="1225704"/>
            <a:ext cx="8224519" cy="2088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altLang="ko-KR"/>
              <a:t>24</a:t>
            </a:r>
            <a:r>
              <a:rPr lang="ko-KR" altLang="en-US"/>
              <a:t>개 지침   </a:t>
            </a:r>
            <a:r>
              <a:rPr lang="en-US" altLang="ko-KR"/>
              <a:t>*</a:t>
            </a:r>
            <a:r>
              <a:rPr lang="ko-KR" altLang="en-US"/>
              <a:t>사용성 또는 사용자 진단 결과에 의한 수정일 경우</a:t>
            </a:r>
            <a:r>
              <a:rPr lang="en-US" altLang="ko-KR"/>
              <a:t>, </a:t>
            </a:r>
            <a:r>
              <a:rPr lang="ko-KR" altLang="en-US"/>
              <a:t>해당 항목이 없더라도 </a:t>
            </a:r>
            <a:r>
              <a:rPr lang="en-US" altLang="ko-KR"/>
              <a:t>'-(</a:t>
            </a:r>
            <a:r>
              <a:rPr lang="ko-KR" altLang="en-US"/>
              <a:t>대시</a:t>
            </a:r>
            <a:r>
              <a:rPr lang="en-US" altLang="ko-KR"/>
              <a:t>)' </a:t>
            </a:r>
            <a:r>
              <a:rPr lang="ko-KR" altLang="en-US"/>
              <a:t>표기</a:t>
            </a:r>
          </a:p>
        </p:txBody>
      </p:sp>
      <p:sp>
        <p:nvSpPr>
          <p:cNvPr id="6" name="오류유형">
            <a:extLst>
              <a:ext uri="{FF2B5EF4-FFF2-40B4-BE49-F238E27FC236}">
                <a16:creationId xmlns:a16="http://schemas.microsoft.com/office/drawing/2014/main" id="{A83AE7C4-EFAE-46FD-89D9-C5316319725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65556" y="1434504"/>
            <a:ext cx="6613524" cy="338400"/>
          </a:xfrm>
          <a:prstGeom prst="rect">
            <a:avLst/>
          </a:prstGeom>
        </p:spPr>
        <p:txBody>
          <a:bodyPr lIns="90000" tIns="36000" rIns="90000" bIns="360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/>
              <a:t>인증심사 지침 오류 유형     </a:t>
            </a:r>
            <a:r>
              <a:rPr lang="en-US" altLang="ko-KR"/>
              <a:t>*</a:t>
            </a:r>
            <a:r>
              <a:rPr lang="ko-KR" altLang="en-US"/>
              <a:t>사용성 또는 사용자 진단 결과에 의한 수정일 경우</a:t>
            </a:r>
            <a:r>
              <a:rPr lang="en-US" altLang="ko-KR"/>
              <a:t>, </a:t>
            </a:r>
            <a:r>
              <a:rPr lang="ko-KR" altLang="en-US"/>
              <a:t>해당 항목이 없더라도 </a:t>
            </a:r>
            <a:r>
              <a:rPr lang="en-US" altLang="ko-KR"/>
              <a:t>'-(</a:t>
            </a:r>
            <a:r>
              <a:rPr lang="ko-KR" altLang="en-US"/>
              <a:t>대시</a:t>
            </a:r>
            <a:r>
              <a:rPr lang="en-US" altLang="ko-KR"/>
              <a:t>)' </a:t>
            </a:r>
            <a:r>
              <a:rPr lang="ko-KR" altLang="en-US"/>
              <a:t>표기</a:t>
            </a:r>
          </a:p>
        </p:txBody>
      </p:sp>
      <p:graphicFrame>
        <p:nvGraphicFramePr>
          <p:cNvPr id="4" name="문제점 및 개선 방안">
            <a:extLst>
              <a:ext uri="{FF2B5EF4-FFF2-40B4-BE49-F238E27FC236}">
                <a16:creationId xmlns:a16="http://schemas.microsoft.com/office/drawing/2014/main" id="{3C9EBF25-435E-4713-846B-2829852AEC7D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811414551"/>
              </p:ext>
            </p:extLst>
          </p:nvPr>
        </p:nvGraphicFramePr>
        <p:xfrm>
          <a:off x="412705" y="1865418"/>
          <a:ext cx="9080590" cy="4788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40295">
                  <a:extLst>
                    <a:ext uri="{9D8B030D-6E8A-4147-A177-3AD203B41FA5}">
                      <a16:colId xmlns:a16="http://schemas.microsoft.com/office/drawing/2014/main" val="1748455716"/>
                    </a:ext>
                  </a:extLst>
                </a:gridCol>
                <a:gridCol w="4540295">
                  <a:extLst>
                    <a:ext uri="{9D8B030D-6E8A-4147-A177-3AD203B41FA5}">
                      <a16:colId xmlns:a16="http://schemas.microsoft.com/office/drawing/2014/main" val="1793000155"/>
                    </a:ext>
                  </a:extLst>
                </a:gridCol>
              </a:tblGrid>
              <a:tr h="4788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13965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43738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84" userDrawn="1">
          <p15:clr>
            <a:srgbClr val="FBAE40"/>
          </p15:clr>
        </p15:guide>
        <p15:guide id="2" pos="3256" userDrawn="1">
          <p15:clr>
            <a:srgbClr val="FBAE40"/>
          </p15:clr>
        </p15:guide>
        <p15:guide id="3" pos="1691" userDrawn="1">
          <p15:clr>
            <a:srgbClr val="FBAE40"/>
          </p15:clr>
        </p15:guide>
        <p15:guide id="5" orient="horz" pos="4088" userDrawn="1">
          <p15:clr>
            <a:srgbClr val="FBAE40"/>
          </p15:clr>
        </p15:guide>
        <p15:guide id="6" orient="horz" pos="2659" userDrawn="1">
          <p15:clr>
            <a:srgbClr val="FBAE40"/>
          </p15:clr>
        </p15:guide>
        <p15:guide id="7" pos="4549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개선방안_좁게_권장(계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79F8E6-9A5A-472A-AC33-0B83FE1EB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id="{7AB61EE3-623F-4F37-A588-9B7F2ABCA7E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137869860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</a:rPr>
                        <a:t>URL</a:t>
                      </a:r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900" b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</a:rPr>
                        <a:t>□수정 필수     ■수정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5531405"/>
                  </a:ext>
                </a:extLst>
              </a:tr>
            </a:tbl>
          </a:graphicData>
        </a:graphic>
      </p:graphicFrame>
      <p:sp>
        <p:nvSpPr>
          <p:cNvPr id="7" name="페이지명">
            <a:extLst>
              <a:ext uri="{FF2B5EF4-FFF2-40B4-BE49-F238E27FC236}">
                <a16:creationId xmlns:a16="http://schemas.microsoft.com/office/drawing/2014/main" id="{9ECFD92E-302F-43D4-B16D-627E28D653D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65556" y="813199"/>
            <a:ext cx="8224519" cy="2088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ko-KR" altLang="en-US"/>
              <a:t>최상위 페이지 </a:t>
            </a:r>
            <a:r>
              <a:rPr lang="en-US" altLang="ko-KR"/>
              <a:t>&gt; </a:t>
            </a:r>
            <a:r>
              <a:rPr lang="ko-KR" altLang="en-US"/>
              <a:t>하위 페이지 </a:t>
            </a:r>
            <a:r>
              <a:rPr lang="en-US" altLang="ko-KR"/>
              <a:t>&gt; </a:t>
            </a:r>
            <a:r>
              <a:rPr lang="ko-KR" altLang="en-US"/>
              <a:t>하위 페이지        </a:t>
            </a:r>
            <a:r>
              <a:rPr lang="en-US" altLang="ko-KR"/>
              <a:t>*</a:t>
            </a:r>
            <a:r>
              <a:rPr lang="ko-KR" altLang="en-US"/>
              <a:t>경로 구분자는 </a:t>
            </a:r>
            <a:r>
              <a:rPr lang="en-US" altLang="ko-KR"/>
              <a:t>‘&gt;’ </a:t>
            </a:r>
            <a:r>
              <a:rPr lang="ko-KR" altLang="en-US"/>
              <a:t>사용</a:t>
            </a:r>
            <a:r>
              <a:rPr lang="en-US" altLang="ko-KR"/>
              <a:t>, </a:t>
            </a:r>
            <a:r>
              <a:rPr lang="ko-KR" altLang="en-US"/>
              <a:t>경로가 </a:t>
            </a:r>
            <a:r>
              <a:rPr lang="en-US" altLang="ko-KR"/>
              <a:t>2</a:t>
            </a:r>
            <a:r>
              <a:rPr lang="ko-KR" altLang="en-US"/>
              <a:t>개 이상일 때 가장 하위 페이지는 굵게</a:t>
            </a:r>
            <a:endParaRPr lang="en-US" altLang="ko-KR"/>
          </a:p>
        </p:txBody>
      </p:sp>
      <p:sp>
        <p:nvSpPr>
          <p:cNvPr id="8" name="URL">
            <a:extLst>
              <a:ext uri="{FF2B5EF4-FFF2-40B4-BE49-F238E27FC236}">
                <a16:creationId xmlns:a16="http://schemas.microsoft.com/office/drawing/2014/main" id="{AD41B344-C6A0-4775-AC21-A39E9D3525F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65556" y="1022495"/>
            <a:ext cx="8224519" cy="2088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altLang="ko-KR"/>
              <a:t>URL </a:t>
            </a:r>
            <a:r>
              <a:rPr lang="ko-KR" altLang="en-US"/>
              <a:t>입력     *모든 페이지 </a:t>
            </a:r>
            <a:r>
              <a:rPr lang="en-US" altLang="ko-KR"/>
              <a:t>URL</a:t>
            </a:r>
            <a:r>
              <a:rPr lang="ko-KR" altLang="en-US"/>
              <a:t>이 동일할 경우 ‘</a:t>
            </a:r>
            <a:r>
              <a:rPr lang="en-US" altLang="ko-KR"/>
              <a:t>-(</a:t>
            </a:r>
            <a:r>
              <a:rPr lang="ko-KR" altLang="en-US"/>
              <a:t>대시</a:t>
            </a:r>
            <a:r>
              <a:rPr lang="en-US" altLang="ko-KR"/>
              <a:t>)’ </a:t>
            </a:r>
            <a:r>
              <a:rPr lang="ko-KR" altLang="en-US"/>
              <a:t>표기</a:t>
            </a:r>
          </a:p>
        </p:txBody>
      </p:sp>
      <p:sp>
        <p:nvSpPr>
          <p:cNvPr id="10" name="검사항목">
            <a:extLst>
              <a:ext uri="{FF2B5EF4-FFF2-40B4-BE49-F238E27FC236}">
                <a16:creationId xmlns:a16="http://schemas.microsoft.com/office/drawing/2014/main" id="{0B59CA91-0BDB-4532-A622-6BD545A41AB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65556" y="1225704"/>
            <a:ext cx="8224519" cy="2088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altLang="ko-KR"/>
              <a:t>24</a:t>
            </a:r>
            <a:r>
              <a:rPr lang="ko-KR" altLang="en-US"/>
              <a:t>개 지침   </a:t>
            </a:r>
            <a:r>
              <a:rPr lang="en-US" altLang="ko-KR"/>
              <a:t>*</a:t>
            </a:r>
            <a:r>
              <a:rPr lang="ko-KR" altLang="en-US"/>
              <a:t>사용성 또는 사용자 진단 결과에 의한 수정일 경우</a:t>
            </a:r>
            <a:r>
              <a:rPr lang="en-US" altLang="ko-KR"/>
              <a:t>, </a:t>
            </a:r>
            <a:r>
              <a:rPr lang="ko-KR" altLang="en-US"/>
              <a:t>해당 항목이 없더라도 </a:t>
            </a:r>
            <a:r>
              <a:rPr lang="en-US" altLang="ko-KR"/>
              <a:t>'-(</a:t>
            </a:r>
            <a:r>
              <a:rPr lang="ko-KR" altLang="en-US"/>
              <a:t>대시</a:t>
            </a:r>
            <a:r>
              <a:rPr lang="en-US" altLang="ko-KR"/>
              <a:t>)' </a:t>
            </a:r>
            <a:r>
              <a:rPr lang="ko-KR" altLang="en-US"/>
              <a:t>표기</a:t>
            </a:r>
          </a:p>
        </p:txBody>
      </p:sp>
      <p:sp>
        <p:nvSpPr>
          <p:cNvPr id="6" name="오류유형">
            <a:extLst>
              <a:ext uri="{FF2B5EF4-FFF2-40B4-BE49-F238E27FC236}">
                <a16:creationId xmlns:a16="http://schemas.microsoft.com/office/drawing/2014/main" id="{A83AE7C4-EFAE-46FD-89D9-C5316319725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65556" y="1434504"/>
            <a:ext cx="6613524" cy="338400"/>
          </a:xfrm>
          <a:prstGeom prst="rect">
            <a:avLst/>
          </a:prstGeom>
        </p:spPr>
        <p:txBody>
          <a:bodyPr lIns="90000" tIns="36000" rIns="90000" bIns="360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/>
              <a:t>인증심사 지침 오류 유형     </a:t>
            </a:r>
            <a:r>
              <a:rPr lang="en-US" altLang="ko-KR"/>
              <a:t>*</a:t>
            </a:r>
            <a:r>
              <a:rPr lang="ko-KR" altLang="en-US"/>
              <a:t>사용성 또는 사용자 진단 결과에 의한 수정일 경우</a:t>
            </a:r>
            <a:r>
              <a:rPr lang="en-US" altLang="ko-KR"/>
              <a:t>, </a:t>
            </a:r>
            <a:r>
              <a:rPr lang="ko-KR" altLang="en-US"/>
              <a:t>해당 항목이 없더라도 </a:t>
            </a:r>
            <a:r>
              <a:rPr lang="en-US" altLang="ko-KR"/>
              <a:t>'-(</a:t>
            </a:r>
            <a:r>
              <a:rPr lang="ko-KR" altLang="en-US"/>
              <a:t>대시</a:t>
            </a:r>
            <a:r>
              <a:rPr lang="en-US" altLang="ko-KR"/>
              <a:t>)' </a:t>
            </a:r>
            <a:r>
              <a:rPr lang="ko-KR" altLang="en-US"/>
              <a:t>표기</a:t>
            </a:r>
          </a:p>
        </p:txBody>
      </p:sp>
      <p:graphicFrame>
        <p:nvGraphicFramePr>
          <p:cNvPr id="4" name="문제점 및 개선 방안">
            <a:extLst>
              <a:ext uri="{FF2B5EF4-FFF2-40B4-BE49-F238E27FC236}">
                <a16:creationId xmlns:a16="http://schemas.microsoft.com/office/drawing/2014/main" id="{3C9EBF25-435E-4713-846B-2829852AEC7D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982839133"/>
              </p:ext>
            </p:extLst>
          </p:nvPr>
        </p:nvGraphicFramePr>
        <p:xfrm>
          <a:off x="412705" y="1864800"/>
          <a:ext cx="9080590" cy="4788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40295">
                  <a:extLst>
                    <a:ext uri="{9D8B030D-6E8A-4147-A177-3AD203B41FA5}">
                      <a16:colId xmlns:a16="http://schemas.microsoft.com/office/drawing/2014/main" val="1748455716"/>
                    </a:ext>
                  </a:extLst>
                </a:gridCol>
                <a:gridCol w="4540295">
                  <a:extLst>
                    <a:ext uri="{9D8B030D-6E8A-4147-A177-3AD203B41FA5}">
                      <a16:colId xmlns:a16="http://schemas.microsoft.com/office/drawing/2014/main" val="1793000155"/>
                    </a:ext>
                  </a:extLst>
                </a:gridCol>
              </a:tblGrid>
              <a:tr h="4788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13965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35872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84">
          <p15:clr>
            <a:srgbClr val="FBAE40"/>
          </p15:clr>
        </p15:guide>
        <p15:guide id="2" pos="3256">
          <p15:clr>
            <a:srgbClr val="FBAE40"/>
          </p15:clr>
        </p15:guide>
        <p15:guide id="3" pos="1691">
          <p15:clr>
            <a:srgbClr val="FBAE40"/>
          </p15:clr>
        </p15:guide>
        <p15:guide id="5" orient="horz" pos="4088">
          <p15:clr>
            <a:srgbClr val="FBAE40"/>
          </p15:clr>
        </p15:guide>
        <p15:guide id="6" orient="horz" pos="2659">
          <p15:clr>
            <a:srgbClr val="FBAE40"/>
          </p15:clr>
        </p15:guide>
        <p15:guide id="7" pos="4549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개선방안_넓게_권장(계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79F8E6-9A5A-472A-AC33-0B83FE1EB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id="{7AB61EE3-623F-4F37-A588-9B7F2ABCA7E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634438488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</a:rPr>
                        <a:t>URL</a:t>
                      </a:r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900" b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</a:rPr>
                        <a:t>□수정 필수     ■수정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5531405"/>
                  </a:ext>
                </a:extLst>
              </a:tr>
            </a:tbl>
          </a:graphicData>
        </a:graphic>
      </p:graphicFrame>
      <p:sp>
        <p:nvSpPr>
          <p:cNvPr id="7" name="페이지명">
            <a:extLst>
              <a:ext uri="{FF2B5EF4-FFF2-40B4-BE49-F238E27FC236}">
                <a16:creationId xmlns:a16="http://schemas.microsoft.com/office/drawing/2014/main" id="{9ECFD92E-302F-43D4-B16D-627E28D653D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65556" y="813199"/>
            <a:ext cx="8224519" cy="2088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ko-KR" altLang="en-US"/>
              <a:t>최상위 페이지 </a:t>
            </a:r>
            <a:r>
              <a:rPr lang="en-US" altLang="ko-KR"/>
              <a:t>&gt; </a:t>
            </a:r>
            <a:r>
              <a:rPr lang="ko-KR" altLang="en-US"/>
              <a:t>하위 페이지 </a:t>
            </a:r>
            <a:r>
              <a:rPr lang="en-US" altLang="ko-KR"/>
              <a:t>&gt; </a:t>
            </a:r>
            <a:r>
              <a:rPr lang="ko-KR" altLang="en-US"/>
              <a:t>하위 페이지        </a:t>
            </a:r>
            <a:r>
              <a:rPr lang="en-US" altLang="ko-KR"/>
              <a:t>*</a:t>
            </a:r>
            <a:r>
              <a:rPr lang="ko-KR" altLang="en-US"/>
              <a:t>경로 구분자는 </a:t>
            </a:r>
            <a:r>
              <a:rPr lang="en-US" altLang="ko-KR"/>
              <a:t>‘&gt;’ </a:t>
            </a:r>
            <a:r>
              <a:rPr lang="ko-KR" altLang="en-US"/>
              <a:t>사용</a:t>
            </a:r>
            <a:r>
              <a:rPr lang="en-US" altLang="ko-KR"/>
              <a:t>, </a:t>
            </a:r>
            <a:r>
              <a:rPr lang="ko-KR" altLang="en-US"/>
              <a:t>경로가 </a:t>
            </a:r>
            <a:r>
              <a:rPr lang="en-US" altLang="ko-KR"/>
              <a:t>2</a:t>
            </a:r>
            <a:r>
              <a:rPr lang="ko-KR" altLang="en-US"/>
              <a:t>개 이상일 때 가장 하위 페이지는 굵게</a:t>
            </a:r>
            <a:endParaRPr lang="en-US" altLang="ko-KR"/>
          </a:p>
        </p:txBody>
      </p:sp>
      <p:sp>
        <p:nvSpPr>
          <p:cNvPr id="8" name="URL">
            <a:extLst>
              <a:ext uri="{FF2B5EF4-FFF2-40B4-BE49-F238E27FC236}">
                <a16:creationId xmlns:a16="http://schemas.microsoft.com/office/drawing/2014/main" id="{AD41B344-C6A0-4775-AC21-A39E9D3525F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65556" y="1022495"/>
            <a:ext cx="8224519" cy="2088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altLang="ko-KR"/>
              <a:t>URL </a:t>
            </a:r>
            <a:r>
              <a:rPr lang="ko-KR" altLang="en-US"/>
              <a:t>입력     *모든 페이지 </a:t>
            </a:r>
            <a:r>
              <a:rPr lang="en-US" altLang="ko-KR"/>
              <a:t>URL</a:t>
            </a:r>
            <a:r>
              <a:rPr lang="ko-KR" altLang="en-US"/>
              <a:t>이 동일할 경우 ‘</a:t>
            </a:r>
            <a:r>
              <a:rPr lang="en-US" altLang="ko-KR"/>
              <a:t>-(</a:t>
            </a:r>
            <a:r>
              <a:rPr lang="ko-KR" altLang="en-US"/>
              <a:t>대시</a:t>
            </a:r>
            <a:r>
              <a:rPr lang="en-US" altLang="ko-KR"/>
              <a:t>)’ </a:t>
            </a:r>
            <a:r>
              <a:rPr lang="ko-KR" altLang="en-US"/>
              <a:t>표기</a:t>
            </a:r>
          </a:p>
        </p:txBody>
      </p:sp>
      <p:sp>
        <p:nvSpPr>
          <p:cNvPr id="10" name="검사항목">
            <a:extLst>
              <a:ext uri="{FF2B5EF4-FFF2-40B4-BE49-F238E27FC236}">
                <a16:creationId xmlns:a16="http://schemas.microsoft.com/office/drawing/2014/main" id="{0B59CA91-0BDB-4532-A622-6BD545A41AB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65556" y="1225704"/>
            <a:ext cx="8224519" cy="2088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altLang="ko-KR"/>
              <a:t>24</a:t>
            </a:r>
            <a:r>
              <a:rPr lang="ko-KR" altLang="en-US"/>
              <a:t>개 지침   </a:t>
            </a:r>
            <a:r>
              <a:rPr lang="en-US" altLang="ko-KR"/>
              <a:t>*</a:t>
            </a:r>
            <a:r>
              <a:rPr lang="ko-KR" altLang="en-US"/>
              <a:t>사용성 또는 사용자 진단 결과에 의한 수정일 경우</a:t>
            </a:r>
            <a:r>
              <a:rPr lang="en-US" altLang="ko-KR"/>
              <a:t>, </a:t>
            </a:r>
            <a:r>
              <a:rPr lang="ko-KR" altLang="en-US"/>
              <a:t>해당 항목이 없더라도 </a:t>
            </a:r>
            <a:r>
              <a:rPr lang="en-US" altLang="ko-KR"/>
              <a:t>'-(</a:t>
            </a:r>
            <a:r>
              <a:rPr lang="ko-KR" altLang="en-US"/>
              <a:t>대시</a:t>
            </a:r>
            <a:r>
              <a:rPr lang="en-US" altLang="ko-KR"/>
              <a:t>)' </a:t>
            </a:r>
            <a:r>
              <a:rPr lang="ko-KR" altLang="en-US"/>
              <a:t>표기</a:t>
            </a:r>
          </a:p>
        </p:txBody>
      </p:sp>
      <p:sp>
        <p:nvSpPr>
          <p:cNvPr id="6" name="오류유형">
            <a:extLst>
              <a:ext uri="{FF2B5EF4-FFF2-40B4-BE49-F238E27FC236}">
                <a16:creationId xmlns:a16="http://schemas.microsoft.com/office/drawing/2014/main" id="{A83AE7C4-EFAE-46FD-89D9-C5316319725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65556" y="1434504"/>
            <a:ext cx="6613524" cy="338400"/>
          </a:xfrm>
          <a:prstGeom prst="rect">
            <a:avLst/>
          </a:prstGeom>
        </p:spPr>
        <p:txBody>
          <a:bodyPr lIns="90000" tIns="36000" rIns="90000" bIns="360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/>
              <a:t>인증심사 지침 오류 유형     </a:t>
            </a:r>
            <a:r>
              <a:rPr lang="en-US" altLang="ko-KR"/>
              <a:t>*</a:t>
            </a:r>
            <a:r>
              <a:rPr lang="ko-KR" altLang="en-US"/>
              <a:t>사용성 또는 사용자 진단 결과에 의한 수정일 경우</a:t>
            </a:r>
            <a:r>
              <a:rPr lang="en-US" altLang="ko-KR"/>
              <a:t>, </a:t>
            </a:r>
            <a:r>
              <a:rPr lang="ko-KR" altLang="en-US"/>
              <a:t>해당 항목이 없더라도 </a:t>
            </a:r>
            <a:r>
              <a:rPr lang="en-US" altLang="ko-KR"/>
              <a:t>'-(</a:t>
            </a:r>
            <a:r>
              <a:rPr lang="ko-KR" altLang="en-US"/>
              <a:t>대시</a:t>
            </a:r>
            <a:r>
              <a:rPr lang="en-US" altLang="ko-KR"/>
              <a:t>)' </a:t>
            </a:r>
            <a:r>
              <a:rPr lang="ko-KR" altLang="en-US"/>
              <a:t>표기</a:t>
            </a:r>
          </a:p>
        </p:txBody>
      </p:sp>
      <p:graphicFrame>
        <p:nvGraphicFramePr>
          <p:cNvPr id="4" name="문제점 및 개선 방안">
            <a:extLst>
              <a:ext uri="{FF2B5EF4-FFF2-40B4-BE49-F238E27FC236}">
                <a16:creationId xmlns:a16="http://schemas.microsoft.com/office/drawing/2014/main" id="{3C9EBF25-435E-4713-846B-2829852AEC7D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811414551"/>
              </p:ext>
            </p:extLst>
          </p:nvPr>
        </p:nvGraphicFramePr>
        <p:xfrm>
          <a:off x="412705" y="1865418"/>
          <a:ext cx="9080590" cy="4788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40295">
                  <a:extLst>
                    <a:ext uri="{9D8B030D-6E8A-4147-A177-3AD203B41FA5}">
                      <a16:colId xmlns:a16="http://schemas.microsoft.com/office/drawing/2014/main" val="1748455716"/>
                    </a:ext>
                  </a:extLst>
                </a:gridCol>
                <a:gridCol w="4540295">
                  <a:extLst>
                    <a:ext uri="{9D8B030D-6E8A-4147-A177-3AD203B41FA5}">
                      <a16:colId xmlns:a16="http://schemas.microsoft.com/office/drawing/2014/main" val="1793000155"/>
                    </a:ext>
                  </a:extLst>
                </a:gridCol>
              </a:tblGrid>
              <a:tr h="4788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13965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55253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84">
          <p15:clr>
            <a:srgbClr val="FBAE40"/>
          </p15:clr>
        </p15:guide>
        <p15:guide id="2" pos="3256">
          <p15:clr>
            <a:srgbClr val="FBAE40"/>
          </p15:clr>
        </p15:guide>
        <p15:guide id="3" pos="1691">
          <p15:clr>
            <a:srgbClr val="FBAE40"/>
          </p15:clr>
        </p15:guide>
        <p15:guide id="5" orient="horz" pos="4088">
          <p15:clr>
            <a:srgbClr val="FBAE40"/>
          </p15:clr>
        </p15:guide>
        <p15:guide id="6" orient="horz" pos="2659">
          <p15:clr>
            <a:srgbClr val="FBAE40"/>
          </p15:clr>
        </p15:guide>
        <p15:guide id="7" pos="4549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개선방안_좁게_권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79F8E6-9A5A-472A-AC33-0B83FE1EB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id="{7AB61EE3-623F-4F37-A588-9B7F2ABCA7E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48792356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</a:rPr>
                        <a:t>URL</a:t>
                      </a:r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900" b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</a:rPr>
                        <a:t> □수정 필수    ■수정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5531405"/>
                  </a:ext>
                </a:extLst>
              </a:tr>
            </a:tbl>
          </a:graphicData>
        </a:graphic>
      </p:graphicFrame>
      <p:sp>
        <p:nvSpPr>
          <p:cNvPr id="7" name="페이지명">
            <a:extLst>
              <a:ext uri="{FF2B5EF4-FFF2-40B4-BE49-F238E27FC236}">
                <a16:creationId xmlns:a16="http://schemas.microsoft.com/office/drawing/2014/main" id="{9ECFD92E-302F-43D4-B16D-627E28D653D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65556" y="813199"/>
            <a:ext cx="8224519" cy="2088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ko-KR" altLang="en-US"/>
              <a:t>최상위 페이지 </a:t>
            </a:r>
            <a:r>
              <a:rPr lang="en-US" altLang="ko-KR"/>
              <a:t>&gt; </a:t>
            </a:r>
            <a:r>
              <a:rPr lang="ko-KR" altLang="en-US"/>
              <a:t>하위 페이지 </a:t>
            </a:r>
            <a:r>
              <a:rPr lang="en-US" altLang="ko-KR"/>
              <a:t>&gt; </a:t>
            </a:r>
            <a:r>
              <a:rPr lang="ko-KR" altLang="en-US"/>
              <a:t>하위 페이지        </a:t>
            </a:r>
            <a:r>
              <a:rPr lang="en-US" altLang="ko-KR"/>
              <a:t>*</a:t>
            </a:r>
            <a:r>
              <a:rPr lang="ko-KR" altLang="en-US"/>
              <a:t>경로 구분자는 </a:t>
            </a:r>
            <a:r>
              <a:rPr lang="en-US" altLang="ko-KR"/>
              <a:t>‘&gt;’ </a:t>
            </a:r>
            <a:r>
              <a:rPr lang="ko-KR" altLang="en-US"/>
              <a:t>사용</a:t>
            </a:r>
            <a:r>
              <a:rPr lang="en-US" altLang="ko-KR"/>
              <a:t>, </a:t>
            </a:r>
            <a:r>
              <a:rPr lang="ko-KR" altLang="en-US"/>
              <a:t>경로가 </a:t>
            </a:r>
            <a:r>
              <a:rPr lang="en-US" altLang="ko-KR"/>
              <a:t>2</a:t>
            </a:r>
            <a:r>
              <a:rPr lang="ko-KR" altLang="en-US"/>
              <a:t>개 이상일 때 가장 하위 페이지는 굵게</a:t>
            </a:r>
            <a:endParaRPr lang="en-US" altLang="ko-KR"/>
          </a:p>
        </p:txBody>
      </p:sp>
      <p:sp>
        <p:nvSpPr>
          <p:cNvPr id="8" name="URL">
            <a:extLst>
              <a:ext uri="{FF2B5EF4-FFF2-40B4-BE49-F238E27FC236}">
                <a16:creationId xmlns:a16="http://schemas.microsoft.com/office/drawing/2014/main" id="{AD41B344-C6A0-4775-AC21-A39E9D3525F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65556" y="1022495"/>
            <a:ext cx="8224519" cy="2088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altLang="ko-KR"/>
              <a:t>URL </a:t>
            </a:r>
            <a:r>
              <a:rPr lang="ko-KR" altLang="en-US"/>
              <a:t>입력     *모든 페이지 </a:t>
            </a:r>
            <a:r>
              <a:rPr lang="en-US" altLang="ko-KR"/>
              <a:t>URL</a:t>
            </a:r>
            <a:r>
              <a:rPr lang="ko-KR" altLang="en-US"/>
              <a:t>이 동일할 경우 ‘</a:t>
            </a:r>
            <a:r>
              <a:rPr lang="en-US" altLang="ko-KR"/>
              <a:t>-(</a:t>
            </a:r>
            <a:r>
              <a:rPr lang="ko-KR" altLang="en-US"/>
              <a:t>대시</a:t>
            </a:r>
            <a:r>
              <a:rPr lang="en-US" altLang="ko-KR"/>
              <a:t>)’ </a:t>
            </a:r>
            <a:r>
              <a:rPr lang="ko-KR" altLang="en-US"/>
              <a:t>표기</a:t>
            </a:r>
          </a:p>
        </p:txBody>
      </p:sp>
      <p:sp>
        <p:nvSpPr>
          <p:cNvPr id="10" name="검사항목">
            <a:extLst>
              <a:ext uri="{FF2B5EF4-FFF2-40B4-BE49-F238E27FC236}">
                <a16:creationId xmlns:a16="http://schemas.microsoft.com/office/drawing/2014/main" id="{0B59CA91-0BDB-4532-A622-6BD545A41AB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65556" y="1225704"/>
            <a:ext cx="8224519" cy="2088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altLang="ko-KR"/>
              <a:t>24</a:t>
            </a:r>
            <a:r>
              <a:rPr lang="ko-KR" altLang="en-US"/>
              <a:t>개 지침   </a:t>
            </a:r>
            <a:r>
              <a:rPr lang="en-US" altLang="ko-KR"/>
              <a:t>*</a:t>
            </a:r>
            <a:r>
              <a:rPr lang="ko-KR" altLang="en-US"/>
              <a:t>사용성 또는 사용자 진단 결과에 의한 수정일 경우</a:t>
            </a:r>
            <a:r>
              <a:rPr lang="en-US" altLang="ko-KR"/>
              <a:t>, </a:t>
            </a:r>
            <a:r>
              <a:rPr lang="ko-KR" altLang="en-US"/>
              <a:t>해당 항목이 없더라도 </a:t>
            </a:r>
            <a:r>
              <a:rPr lang="en-US" altLang="ko-KR"/>
              <a:t>'-(</a:t>
            </a:r>
            <a:r>
              <a:rPr lang="ko-KR" altLang="en-US"/>
              <a:t>대시</a:t>
            </a:r>
            <a:r>
              <a:rPr lang="en-US" altLang="ko-KR"/>
              <a:t>)' </a:t>
            </a:r>
            <a:r>
              <a:rPr lang="ko-KR" altLang="en-US"/>
              <a:t>표기</a:t>
            </a:r>
          </a:p>
        </p:txBody>
      </p:sp>
      <p:sp>
        <p:nvSpPr>
          <p:cNvPr id="6" name="오류유형">
            <a:extLst>
              <a:ext uri="{FF2B5EF4-FFF2-40B4-BE49-F238E27FC236}">
                <a16:creationId xmlns:a16="http://schemas.microsoft.com/office/drawing/2014/main" id="{A83AE7C4-EFAE-46FD-89D9-C5316319725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65556" y="1434504"/>
            <a:ext cx="6613524" cy="338400"/>
          </a:xfrm>
          <a:prstGeom prst="rect">
            <a:avLst/>
          </a:prstGeom>
        </p:spPr>
        <p:txBody>
          <a:bodyPr lIns="90000" tIns="36000" rIns="90000" bIns="360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/>
              <a:t>인증심사 지침 오류 유형     </a:t>
            </a:r>
            <a:r>
              <a:rPr lang="en-US" altLang="ko-KR"/>
              <a:t>*</a:t>
            </a:r>
            <a:r>
              <a:rPr lang="ko-KR" altLang="en-US"/>
              <a:t>사용성 또는 사용자 진단 결과에 의한 수정일 경우</a:t>
            </a:r>
            <a:r>
              <a:rPr lang="en-US" altLang="ko-KR"/>
              <a:t>, </a:t>
            </a:r>
            <a:r>
              <a:rPr lang="ko-KR" altLang="en-US"/>
              <a:t>해당 항목이 없더라도 </a:t>
            </a:r>
            <a:r>
              <a:rPr lang="en-US" altLang="ko-KR"/>
              <a:t>'-(</a:t>
            </a:r>
            <a:r>
              <a:rPr lang="ko-KR" altLang="en-US"/>
              <a:t>대시</a:t>
            </a:r>
            <a:r>
              <a:rPr lang="en-US" altLang="ko-KR"/>
              <a:t>)' </a:t>
            </a:r>
            <a:r>
              <a:rPr lang="ko-KR" altLang="en-US"/>
              <a:t>표기</a:t>
            </a:r>
          </a:p>
        </p:txBody>
      </p:sp>
      <p:graphicFrame>
        <p:nvGraphicFramePr>
          <p:cNvPr id="4" name="문제점 및 개선 방안">
            <a:extLst>
              <a:ext uri="{FF2B5EF4-FFF2-40B4-BE49-F238E27FC236}">
                <a16:creationId xmlns:a16="http://schemas.microsoft.com/office/drawing/2014/main" id="{3C9EBF25-435E-4713-846B-2829852AEC7D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95316987"/>
              </p:ext>
            </p:extLst>
          </p:nvPr>
        </p:nvGraphicFramePr>
        <p:xfrm>
          <a:off x="412705" y="1864800"/>
          <a:ext cx="9080590" cy="4788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40295">
                  <a:extLst>
                    <a:ext uri="{9D8B030D-6E8A-4147-A177-3AD203B41FA5}">
                      <a16:colId xmlns:a16="http://schemas.microsoft.com/office/drawing/2014/main" val="1748455716"/>
                    </a:ext>
                  </a:extLst>
                </a:gridCol>
                <a:gridCol w="4540295">
                  <a:extLst>
                    <a:ext uri="{9D8B030D-6E8A-4147-A177-3AD203B41FA5}">
                      <a16:colId xmlns:a16="http://schemas.microsoft.com/office/drawing/2014/main" val="1793000155"/>
                    </a:ext>
                  </a:extLst>
                </a:gridCol>
              </a:tblGrid>
              <a:tr h="21600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/>
                        <a:t>문제점 및 개선 방안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/>
                    </a:p>
                  </a:txBody>
                  <a:tcPr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45960"/>
                  </a:ext>
                </a:extLst>
              </a:tr>
              <a:tr h="457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1396524"/>
                  </a:ext>
                </a:extLst>
              </a:tr>
            </a:tbl>
          </a:graphicData>
        </a:graphic>
      </p:graphicFrame>
      <p:sp>
        <p:nvSpPr>
          <p:cNvPr id="11" name="설명">
            <a:extLst>
              <a:ext uri="{FF2B5EF4-FFF2-40B4-BE49-F238E27FC236}">
                <a16:creationId xmlns:a16="http://schemas.microsoft.com/office/drawing/2014/main" id="{F81531E6-005D-4C3F-B48C-19F54610ECF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2129" y="2246825"/>
            <a:ext cx="4105275" cy="598764"/>
          </a:xfrm>
          <a:prstGeom prst="rect">
            <a:avLst/>
          </a:prstGeom>
          <a:noFill/>
        </p:spPr>
        <p:txBody>
          <a:bodyPr wrap="square" lIns="0" tIns="0" rIns="0" bIns="432000" rtlCol="0">
            <a:spAutoFit/>
          </a:bodyPr>
          <a:lstStyle>
            <a:lvl1pPr latinLnBrk="0">
              <a:lnSpc>
                <a:spcPct val="120000"/>
              </a:lnSpc>
              <a:spcBef>
                <a:spcPts val="400"/>
              </a:spcBef>
              <a:defRPr lang="ko-KR" altLang="en-US" sz="1000" smtClean="0"/>
            </a:lvl1pPr>
            <a:lvl2pPr>
              <a:defRPr lang="ko-KR" altLang="en-US" sz="1800" smtClean="0"/>
            </a:lvl2pPr>
            <a:lvl3pPr>
              <a:defRPr lang="ko-KR" altLang="en-US" sz="1800" smtClean="0"/>
            </a:lvl3pPr>
            <a:lvl4pPr>
              <a:defRPr lang="ko-KR" altLang="en-US" smtClean="0"/>
            </a:lvl4pPr>
            <a:lvl5pPr>
              <a:defRPr lang="ko-KR" altLang="en-US"/>
            </a:lvl5pPr>
          </a:lstStyle>
          <a:p>
            <a:pPr marL="144000" lvl="0" indent="-144000" defTabSz="457200" latinLnBrk="0">
              <a:lnSpc>
                <a:spcPct val="112000"/>
              </a:lnSpc>
            </a:pPr>
            <a:r>
              <a:rPr lang="ko-KR" altLang="en-US"/>
              <a:t>내용</a:t>
            </a:r>
          </a:p>
        </p:txBody>
      </p:sp>
    </p:spTree>
    <p:extLst>
      <p:ext uri="{BB962C8B-B14F-4D97-AF65-F5344CB8AC3E}">
        <p14:creationId xmlns:p14="http://schemas.microsoft.com/office/powerpoint/2010/main" val="38991180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84" userDrawn="1">
          <p15:clr>
            <a:srgbClr val="FBAE40"/>
          </p15:clr>
        </p15:guide>
        <p15:guide id="2" pos="3256" userDrawn="1">
          <p15:clr>
            <a:srgbClr val="FBAE40"/>
          </p15:clr>
        </p15:guide>
        <p15:guide id="3" pos="1691" userDrawn="1">
          <p15:clr>
            <a:srgbClr val="FBAE40"/>
          </p15:clr>
        </p15:guide>
        <p15:guide id="4" orient="horz" pos="1412" userDrawn="1">
          <p15:clr>
            <a:srgbClr val="FBAE40"/>
          </p15:clr>
        </p15:guide>
        <p15:guide id="5" orient="horz" pos="4088" userDrawn="1">
          <p15:clr>
            <a:srgbClr val="FBAE40"/>
          </p15:clr>
        </p15:guide>
        <p15:guide id="6" orient="horz" pos="2750" userDrawn="1">
          <p15:clr>
            <a:srgbClr val="FBAE40"/>
          </p15:clr>
        </p15:guide>
        <p15:guide id="7" pos="4549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개선방안_넓게_권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79F8E6-9A5A-472A-AC33-0B83FE1EB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id="{7AB61EE3-623F-4F37-A588-9B7F2ABCA7E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798668692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</a:rPr>
                        <a:t>URL</a:t>
                      </a:r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900" b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</a:rPr>
                        <a:t>□수정 필수     ■수정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5531405"/>
                  </a:ext>
                </a:extLst>
              </a:tr>
            </a:tbl>
          </a:graphicData>
        </a:graphic>
      </p:graphicFrame>
      <p:sp>
        <p:nvSpPr>
          <p:cNvPr id="7" name="페이지명">
            <a:extLst>
              <a:ext uri="{FF2B5EF4-FFF2-40B4-BE49-F238E27FC236}">
                <a16:creationId xmlns:a16="http://schemas.microsoft.com/office/drawing/2014/main" id="{9ECFD92E-302F-43D4-B16D-627E28D653D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65556" y="813199"/>
            <a:ext cx="8224519" cy="2088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ko-KR" altLang="en-US"/>
              <a:t>최상위 페이지 </a:t>
            </a:r>
            <a:r>
              <a:rPr lang="en-US" altLang="ko-KR"/>
              <a:t>&gt; </a:t>
            </a:r>
            <a:r>
              <a:rPr lang="ko-KR" altLang="en-US"/>
              <a:t>하위 페이지 </a:t>
            </a:r>
            <a:r>
              <a:rPr lang="en-US" altLang="ko-KR"/>
              <a:t>&gt; </a:t>
            </a:r>
            <a:r>
              <a:rPr lang="ko-KR" altLang="en-US"/>
              <a:t>하위 페이지        </a:t>
            </a:r>
            <a:r>
              <a:rPr lang="en-US" altLang="ko-KR"/>
              <a:t>*</a:t>
            </a:r>
            <a:r>
              <a:rPr lang="ko-KR" altLang="en-US"/>
              <a:t>경로 구분자는 </a:t>
            </a:r>
            <a:r>
              <a:rPr lang="en-US" altLang="ko-KR"/>
              <a:t>‘&gt;’ </a:t>
            </a:r>
            <a:r>
              <a:rPr lang="ko-KR" altLang="en-US"/>
              <a:t>사용</a:t>
            </a:r>
            <a:r>
              <a:rPr lang="en-US" altLang="ko-KR"/>
              <a:t>, </a:t>
            </a:r>
            <a:r>
              <a:rPr lang="ko-KR" altLang="en-US"/>
              <a:t>경로가 </a:t>
            </a:r>
            <a:r>
              <a:rPr lang="en-US" altLang="ko-KR"/>
              <a:t>2</a:t>
            </a:r>
            <a:r>
              <a:rPr lang="ko-KR" altLang="en-US"/>
              <a:t>개 이상일 때 가장 하위 페이지는 굵게</a:t>
            </a:r>
            <a:endParaRPr lang="en-US" altLang="ko-KR"/>
          </a:p>
        </p:txBody>
      </p:sp>
      <p:sp>
        <p:nvSpPr>
          <p:cNvPr id="8" name="URL">
            <a:extLst>
              <a:ext uri="{FF2B5EF4-FFF2-40B4-BE49-F238E27FC236}">
                <a16:creationId xmlns:a16="http://schemas.microsoft.com/office/drawing/2014/main" id="{AD41B344-C6A0-4775-AC21-A39E9D3525F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65556" y="1022495"/>
            <a:ext cx="8224519" cy="2088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altLang="ko-KR"/>
              <a:t>URL </a:t>
            </a:r>
            <a:r>
              <a:rPr lang="ko-KR" altLang="en-US"/>
              <a:t>입력     *모든 페이지 </a:t>
            </a:r>
            <a:r>
              <a:rPr lang="en-US" altLang="ko-KR"/>
              <a:t>URL</a:t>
            </a:r>
            <a:r>
              <a:rPr lang="ko-KR" altLang="en-US"/>
              <a:t>이 동일할 경우 ‘</a:t>
            </a:r>
            <a:r>
              <a:rPr lang="en-US" altLang="ko-KR"/>
              <a:t>-(</a:t>
            </a:r>
            <a:r>
              <a:rPr lang="ko-KR" altLang="en-US"/>
              <a:t>대시</a:t>
            </a:r>
            <a:r>
              <a:rPr lang="en-US" altLang="ko-KR"/>
              <a:t>)’ </a:t>
            </a:r>
            <a:r>
              <a:rPr lang="ko-KR" altLang="en-US"/>
              <a:t>표기</a:t>
            </a:r>
          </a:p>
        </p:txBody>
      </p:sp>
      <p:sp>
        <p:nvSpPr>
          <p:cNvPr id="10" name="검사항목">
            <a:extLst>
              <a:ext uri="{FF2B5EF4-FFF2-40B4-BE49-F238E27FC236}">
                <a16:creationId xmlns:a16="http://schemas.microsoft.com/office/drawing/2014/main" id="{0B59CA91-0BDB-4532-A622-6BD545A41AB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65556" y="1225704"/>
            <a:ext cx="8224519" cy="2088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altLang="ko-KR"/>
              <a:t>24</a:t>
            </a:r>
            <a:r>
              <a:rPr lang="ko-KR" altLang="en-US"/>
              <a:t>개 지침   </a:t>
            </a:r>
            <a:r>
              <a:rPr lang="en-US" altLang="ko-KR"/>
              <a:t>*</a:t>
            </a:r>
            <a:r>
              <a:rPr lang="ko-KR" altLang="en-US"/>
              <a:t>사용성 또는 사용자 진단 결과에 의한 수정일 경우</a:t>
            </a:r>
            <a:r>
              <a:rPr lang="en-US" altLang="ko-KR"/>
              <a:t>, </a:t>
            </a:r>
            <a:r>
              <a:rPr lang="ko-KR" altLang="en-US"/>
              <a:t>해당 항목이 없더라도 </a:t>
            </a:r>
            <a:r>
              <a:rPr lang="en-US" altLang="ko-KR"/>
              <a:t>'-(</a:t>
            </a:r>
            <a:r>
              <a:rPr lang="ko-KR" altLang="en-US"/>
              <a:t>대시</a:t>
            </a:r>
            <a:r>
              <a:rPr lang="en-US" altLang="ko-KR"/>
              <a:t>)' </a:t>
            </a:r>
            <a:r>
              <a:rPr lang="ko-KR" altLang="en-US"/>
              <a:t>표기</a:t>
            </a:r>
          </a:p>
        </p:txBody>
      </p:sp>
      <p:sp>
        <p:nvSpPr>
          <p:cNvPr id="6" name="오류유형">
            <a:extLst>
              <a:ext uri="{FF2B5EF4-FFF2-40B4-BE49-F238E27FC236}">
                <a16:creationId xmlns:a16="http://schemas.microsoft.com/office/drawing/2014/main" id="{A83AE7C4-EFAE-46FD-89D9-C5316319725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65556" y="1434504"/>
            <a:ext cx="6613524" cy="338400"/>
          </a:xfrm>
          <a:prstGeom prst="rect">
            <a:avLst/>
          </a:prstGeom>
        </p:spPr>
        <p:txBody>
          <a:bodyPr lIns="90000" tIns="36000" rIns="90000" bIns="360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/>
              <a:t>인증심사 지침 오류 유형     </a:t>
            </a:r>
            <a:r>
              <a:rPr lang="en-US" altLang="ko-KR"/>
              <a:t>*</a:t>
            </a:r>
            <a:r>
              <a:rPr lang="ko-KR" altLang="en-US"/>
              <a:t>사용성 또는 사용자 진단 결과에 의한 수정일 경우</a:t>
            </a:r>
            <a:r>
              <a:rPr lang="en-US" altLang="ko-KR"/>
              <a:t>, </a:t>
            </a:r>
            <a:r>
              <a:rPr lang="ko-KR" altLang="en-US"/>
              <a:t>해당 항목이 없더라도 </a:t>
            </a:r>
            <a:r>
              <a:rPr lang="en-US" altLang="ko-KR"/>
              <a:t>'-(</a:t>
            </a:r>
            <a:r>
              <a:rPr lang="ko-KR" altLang="en-US"/>
              <a:t>대시</a:t>
            </a:r>
            <a:r>
              <a:rPr lang="en-US" altLang="ko-KR"/>
              <a:t>)' </a:t>
            </a:r>
            <a:r>
              <a:rPr lang="ko-KR" altLang="en-US"/>
              <a:t>표기</a:t>
            </a:r>
          </a:p>
        </p:txBody>
      </p:sp>
      <p:graphicFrame>
        <p:nvGraphicFramePr>
          <p:cNvPr id="4" name="문제점 및 개선 방안">
            <a:extLst>
              <a:ext uri="{FF2B5EF4-FFF2-40B4-BE49-F238E27FC236}">
                <a16:creationId xmlns:a16="http://schemas.microsoft.com/office/drawing/2014/main" id="{3C9EBF25-435E-4713-846B-2829852AEC7D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035779353"/>
              </p:ext>
            </p:extLst>
          </p:nvPr>
        </p:nvGraphicFramePr>
        <p:xfrm>
          <a:off x="412705" y="1865418"/>
          <a:ext cx="9080590" cy="4788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40295">
                  <a:extLst>
                    <a:ext uri="{9D8B030D-6E8A-4147-A177-3AD203B41FA5}">
                      <a16:colId xmlns:a16="http://schemas.microsoft.com/office/drawing/2014/main" val="1748455716"/>
                    </a:ext>
                  </a:extLst>
                </a:gridCol>
                <a:gridCol w="4540295">
                  <a:extLst>
                    <a:ext uri="{9D8B030D-6E8A-4147-A177-3AD203B41FA5}">
                      <a16:colId xmlns:a16="http://schemas.microsoft.com/office/drawing/2014/main" val="1793000155"/>
                    </a:ext>
                  </a:extLst>
                </a:gridCol>
              </a:tblGrid>
              <a:tr h="21600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/>
                        <a:t>문제점 및 개선 방안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/>
                    </a:p>
                  </a:txBody>
                  <a:tcPr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45960"/>
                  </a:ext>
                </a:extLst>
              </a:tr>
              <a:tr h="457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1396524"/>
                  </a:ext>
                </a:extLst>
              </a:tr>
            </a:tbl>
          </a:graphicData>
        </a:graphic>
      </p:graphicFrame>
      <p:sp>
        <p:nvSpPr>
          <p:cNvPr id="11" name="설명">
            <a:extLst>
              <a:ext uri="{FF2B5EF4-FFF2-40B4-BE49-F238E27FC236}">
                <a16:creationId xmlns:a16="http://schemas.microsoft.com/office/drawing/2014/main" id="{971E1D3C-7EA5-4003-B239-30BD61B6223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2129" y="2246825"/>
            <a:ext cx="8642046" cy="598764"/>
          </a:xfrm>
          <a:prstGeom prst="rect">
            <a:avLst/>
          </a:prstGeom>
          <a:noFill/>
        </p:spPr>
        <p:txBody>
          <a:bodyPr wrap="square" lIns="0" tIns="0" rIns="0" bIns="432000" rtlCol="0">
            <a:spAutoFit/>
          </a:bodyPr>
          <a:lstStyle>
            <a:lvl1pPr latinLnBrk="0">
              <a:lnSpc>
                <a:spcPct val="120000"/>
              </a:lnSpc>
              <a:spcBef>
                <a:spcPts val="400"/>
              </a:spcBef>
              <a:defRPr lang="ko-KR" altLang="en-US" sz="1000" smtClean="0"/>
            </a:lvl1pPr>
            <a:lvl2pPr>
              <a:defRPr lang="ko-KR" altLang="en-US" sz="1800" smtClean="0"/>
            </a:lvl2pPr>
            <a:lvl3pPr>
              <a:defRPr lang="ko-KR" altLang="en-US" sz="1800" smtClean="0"/>
            </a:lvl3pPr>
            <a:lvl4pPr>
              <a:defRPr lang="ko-KR" altLang="en-US" smtClean="0"/>
            </a:lvl4pPr>
            <a:lvl5pPr>
              <a:defRPr lang="ko-KR" altLang="en-US"/>
            </a:lvl5pPr>
          </a:lstStyle>
          <a:p>
            <a:pPr marL="144000" lvl="0" indent="-144000" defTabSz="457200" latinLnBrk="0">
              <a:lnSpc>
                <a:spcPct val="112000"/>
              </a:lnSpc>
            </a:pPr>
            <a:r>
              <a:rPr lang="ko-KR" altLang="en-US"/>
              <a:t>내용</a:t>
            </a:r>
          </a:p>
        </p:txBody>
      </p:sp>
    </p:spTree>
    <p:extLst>
      <p:ext uri="{BB962C8B-B14F-4D97-AF65-F5344CB8AC3E}">
        <p14:creationId xmlns:p14="http://schemas.microsoft.com/office/powerpoint/2010/main" val="25429769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84" userDrawn="1">
          <p15:clr>
            <a:srgbClr val="FBAE40"/>
          </p15:clr>
        </p15:guide>
        <p15:guide id="2" pos="3256" userDrawn="1">
          <p15:clr>
            <a:srgbClr val="FBAE40"/>
          </p15:clr>
        </p15:guide>
        <p15:guide id="3" pos="1691" userDrawn="1">
          <p15:clr>
            <a:srgbClr val="FBAE40"/>
          </p15:clr>
        </p15:guide>
        <p15:guide id="4" orient="horz" pos="1412" userDrawn="1">
          <p15:clr>
            <a:srgbClr val="FBAE40"/>
          </p15:clr>
        </p15:guide>
        <p15:guide id="5" orient="horz" pos="4088" userDrawn="1">
          <p15:clr>
            <a:srgbClr val="FBAE40"/>
          </p15:clr>
        </p15:guide>
        <p15:guide id="6" orient="horz" pos="2659" userDrawn="1">
          <p15:clr>
            <a:srgbClr val="FBAE40"/>
          </p15:clr>
        </p15:guide>
        <p15:guide id="7" pos="4549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78708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개선 방안_수정 필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79F8E6-9A5A-472A-AC33-0B83FE1EB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id="{7AB61EE3-623F-4F37-A588-9B7F2ABCA7E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54604600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</a:rPr>
                        <a:t>URL</a:t>
                      </a:r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900" b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5531405"/>
                  </a:ext>
                </a:extLst>
              </a:tr>
            </a:tbl>
          </a:graphicData>
        </a:graphic>
      </p:graphicFrame>
      <p:sp>
        <p:nvSpPr>
          <p:cNvPr id="7" name="페이지명">
            <a:extLst>
              <a:ext uri="{FF2B5EF4-FFF2-40B4-BE49-F238E27FC236}">
                <a16:creationId xmlns:a16="http://schemas.microsoft.com/office/drawing/2014/main" id="{9ECFD92E-302F-43D4-B16D-627E28D653D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65556" y="813199"/>
            <a:ext cx="8224519" cy="2088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ko-KR" altLang="en-US"/>
              <a:t>최상위 페이지 </a:t>
            </a:r>
            <a:r>
              <a:rPr lang="en-US" altLang="ko-KR"/>
              <a:t>&gt; </a:t>
            </a:r>
            <a:r>
              <a:rPr lang="ko-KR" altLang="en-US"/>
              <a:t>하위 페이지 </a:t>
            </a:r>
            <a:r>
              <a:rPr lang="en-US" altLang="ko-KR"/>
              <a:t>&gt; </a:t>
            </a:r>
            <a:r>
              <a:rPr lang="ko-KR" altLang="en-US"/>
              <a:t>하위 페이지        </a:t>
            </a:r>
            <a:r>
              <a:rPr lang="en-US" altLang="ko-KR"/>
              <a:t>*</a:t>
            </a:r>
            <a:r>
              <a:rPr lang="ko-KR" altLang="en-US"/>
              <a:t>경로 구분자는 </a:t>
            </a:r>
            <a:r>
              <a:rPr lang="en-US" altLang="ko-KR"/>
              <a:t>‘&gt;’ </a:t>
            </a:r>
            <a:r>
              <a:rPr lang="ko-KR" altLang="en-US"/>
              <a:t>사용</a:t>
            </a:r>
            <a:r>
              <a:rPr lang="en-US" altLang="ko-KR"/>
              <a:t>, </a:t>
            </a:r>
            <a:r>
              <a:rPr lang="ko-KR" altLang="en-US"/>
              <a:t>경로가 </a:t>
            </a:r>
            <a:r>
              <a:rPr lang="en-US" altLang="ko-KR"/>
              <a:t>2</a:t>
            </a:r>
            <a:r>
              <a:rPr lang="ko-KR" altLang="en-US"/>
              <a:t>개 이상일 때 가장 하위 페이지는 굵게</a:t>
            </a:r>
            <a:endParaRPr lang="en-US" altLang="ko-KR"/>
          </a:p>
        </p:txBody>
      </p:sp>
      <p:sp>
        <p:nvSpPr>
          <p:cNvPr id="8" name="URL">
            <a:extLst>
              <a:ext uri="{FF2B5EF4-FFF2-40B4-BE49-F238E27FC236}">
                <a16:creationId xmlns:a16="http://schemas.microsoft.com/office/drawing/2014/main" id="{AD41B344-C6A0-4775-AC21-A39E9D3525F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65556" y="1022495"/>
            <a:ext cx="8224519" cy="2088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altLang="ko-KR"/>
              <a:t>URL </a:t>
            </a:r>
            <a:r>
              <a:rPr lang="ko-KR" altLang="en-US"/>
              <a:t>입력     *모든 페이지 </a:t>
            </a:r>
            <a:r>
              <a:rPr lang="en-US" altLang="ko-KR"/>
              <a:t>URL</a:t>
            </a:r>
            <a:r>
              <a:rPr lang="ko-KR" altLang="en-US"/>
              <a:t>이 동일할 경우 ‘</a:t>
            </a:r>
            <a:r>
              <a:rPr lang="en-US" altLang="ko-KR"/>
              <a:t>-(</a:t>
            </a:r>
            <a:r>
              <a:rPr lang="ko-KR" altLang="en-US"/>
              <a:t>대시</a:t>
            </a:r>
            <a:r>
              <a:rPr lang="en-US" altLang="ko-KR"/>
              <a:t>)’ </a:t>
            </a:r>
            <a:r>
              <a:rPr lang="ko-KR" altLang="en-US"/>
              <a:t>표기</a:t>
            </a:r>
          </a:p>
        </p:txBody>
      </p:sp>
      <p:sp>
        <p:nvSpPr>
          <p:cNvPr id="10" name="검사항목">
            <a:extLst>
              <a:ext uri="{FF2B5EF4-FFF2-40B4-BE49-F238E27FC236}">
                <a16:creationId xmlns:a16="http://schemas.microsoft.com/office/drawing/2014/main" id="{0B59CA91-0BDB-4532-A622-6BD545A41AB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65556" y="1225704"/>
            <a:ext cx="8224519" cy="2088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altLang="ko-KR"/>
              <a:t>24</a:t>
            </a:r>
            <a:r>
              <a:rPr lang="ko-KR" altLang="en-US"/>
              <a:t>개 지침   </a:t>
            </a:r>
            <a:r>
              <a:rPr lang="en-US" altLang="ko-KR"/>
              <a:t>*</a:t>
            </a:r>
            <a:r>
              <a:rPr lang="ko-KR" altLang="en-US"/>
              <a:t>사용성 또는 사용자 진단 결과에 의한 수정일 경우</a:t>
            </a:r>
            <a:r>
              <a:rPr lang="en-US" altLang="ko-KR"/>
              <a:t>, </a:t>
            </a:r>
            <a:r>
              <a:rPr lang="ko-KR" altLang="en-US"/>
              <a:t>해당 항목이 없더라도 </a:t>
            </a:r>
            <a:r>
              <a:rPr lang="en-US" altLang="ko-KR"/>
              <a:t>'-(</a:t>
            </a:r>
            <a:r>
              <a:rPr lang="ko-KR" altLang="en-US"/>
              <a:t>대시</a:t>
            </a:r>
            <a:r>
              <a:rPr lang="en-US" altLang="ko-KR"/>
              <a:t>)' </a:t>
            </a:r>
            <a:r>
              <a:rPr lang="ko-KR" altLang="en-US"/>
              <a:t>표기</a:t>
            </a:r>
          </a:p>
        </p:txBody>
      </p:sp>
      <p:sp>
        <p:nvSpPr>
          <p:cNvPr id="6" name="오류유형">
            <a:extLst>
              <a:ext uri="{FF2B5EF4-FFF2-40B4-BE49-F238E27FC236}">
                <a16:creationId xmlns:a16="http://schemas.microsoft.com/office/drawing/2014/main" id="{A83AE7C4-EFAE-46FD-89D9-C5316319725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65556" y="1434504"/>
            <a:ext cx="6613524" cy="338400"/>
          </a:xfrm>
          <a:prstGeom prst="rect">
            <a:avLst/>
          </a:prstGeom>
        </p:spPr>
        <p:txBody>
          <a:bodyPr lIns="90000" tIns="36000" rIns="90000" bIns="360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/>
              <a:t>인증심사 지침 오류 유형     </a:t>
            </a:r>
            <a:r>
              <a:rPr lang="en-US" altLang="ko-KR"/>
              <a:t>*</a:t>
            </a:r>
            <a:r>
              <a:rPr lang="ko-KR" altLang="en-US"/>
              <a:t>사용성 또는 사용자 진단 결과에 의한 수정일 경우</a:t>
            </a:r>
            <a:r>
              <a:rPr lang="en-US" altLang="ko-KR"/>
              <a:t>, </a:t>
            </a:r>
            <a:r>
              <a:rPr lang="ko-KR" altLang="en-US"/>
              <a:t>해당 항목이 없더라도 </a:t>
            </a:r>
            <a:r>
              <a:rPr lang="en-US" altLang="ko-KR"/>
              <a:t>'-(</a:t>
            </a:r>
            <a:r>
              <a:rPr lang="ko-KR" altLang="en-US"/>
              <a:t>대시</a:t>
            </a:r>
            <a:r>
              <a:rPr lang="en-US" altLang="ko-KR"/>
              <a:t>)' </a:t>
            </a:r>
            <a:r>
              <a:rPr lang="ko-KR" altLang="en-US"/>
              <a:t>표기</a:t>
            </a:r>
          </a:p>
        </p:txBody>
      </p:sp>
      <p:graphicFrame>
        <p:nvGraphicFramePr>
          <p:cNvPr id="4" name="문제점 및 개선 방안">
            <a:extLst>
              <a:ext uri="{FF2B5EF4-FFF2-40B4-BE49-F238E27FC236}">
                <a16:creationId xmlns:a16="http://schemas.microsoft.com/office/drawing/2014/main" id="{3C9EBF25-435E-4713-846B-2829852AEC7D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72881629"/>
              </p:ext>
            </p:extLst>
          </p:nvPr>
        </p:nvGraphicFramePr>
        <p:xfrm>
          <a:off x="415485" y="1773001"/>
          <a:ext cx="9074150" cy="486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37075">
                  <a:extLst>
                    <a:ext uri="{9D8B030D-6E8A-4147-A177-3AD203B41FA5}">
                      <a16:colId xmlns:a16="http://schemas.microsoft.com/office/drawing/2014/main" val="3288949946"/>
                    </a:ext>
                  </a:extLst>
                </a:gridCol>
                <a:gridCol w="4537075">
                  <a:extLst>
                    <a:ext uri="{9D8B030D-6E8A-4147-A177-3AD203B41FA5}">
                      <a16:colId xmlns:a16="http://schemas.microsoft.com/office/drawing/2014/main" val="1748455716"/>
                    </a:ext>
                  </a:extLst>
                </a:gridCol>
              </a:tblGrid>
              <a:tr h="28800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/>
                        <a:t>문제점 및 개선 방안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45960"/>
                  </a:ext>
                </a:extLst>
              </a:tr>
              <a:tr h="4572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1396524"/>
                  </a:ext>
                </a:extLst>
              </a:tr>
            </a:tbl>
          </a:graphicData>
        </a:graphic>
      </p:graphicFrame>
      <p:sp>
        <p:nvSpPr>
          <p:cNvPr id="13" name="설명">
            <a:extLst>
              <a:ext uri="{FF2B5EF4-FFF2-40B4-BE49-F238E27FC236}">
                <a16:creationId xmlns:a16="http://schemas.microsoft.com/office/drawing/2014/main" id="{196E4C04-B516-4B97-87D2-D5D6CFC6543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168900" y="2266523"/>
            <a:ext cx="4105275" cy="16254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latinLnBrk="0">
              <a:lnSpc>
                <a:spcPct val="120000"/>
              </a:lnSpc>
              <a:spcBef>
                <a:spcPts val="400"/>
              </a:spcBef>
              <a:defRPr lang="ko-KR" altLang="en-US" sz="1000" smtClean="0"/>
            </a:lvl1pPr>
            <a:lvl2pPr>
              <a:defRPr lang="ko-KR" altLang="en-US" sz="1800" smtClean="0"/>
            </a:lvl2pPr>
            <a:lvl3pPr>
              <a:defRPr lang="ko-KR" altLang="en-US" sz="1800" smtClean="0"/>
            </a:lvl3pPr>
            <a:lvl4pPr>
              <a:defRPr lang="ko-KR" altLang="en-US" smtClean="0"/>
            </a:lvl4pPr>
            <a:lvl5pPr>
              <a:defRPr lang="ko-KR" altLang="en-US"/>
            </a:lvl5pPr>
          </a:lstStyle>
          <a:p>
            <a:pPr marL="144000" lvl="0" indent="-144000" defTabSz="457200" latinLnBrk="0">
              <a:lnSpc>
                <a:spcPct val="112000"/>
              </a:lnSpc>
            </a:pPr>
            <a:r>
              <a:rPr lang="ko-KR" altLang="en-US"/>
              <a:t>내용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39B0D2FA-B513-4001-8C69-09730F576D5A}"/>
              </a:ext>
            </a:extLst>
          </p:cNvPr>
          <p:cNvCxnSpPr>
            <a:cxnSpLocks/>
            <a:stCxn id="12" idx="1"/>
          </p:cNvCxnSpPr>
          <p:nvPr userDrawn="1"/>
        </p:nvCxnSpPr>
        <p:spPr>
          <a:xfrm flipH="1">
            <a:off x="9944100" y="1605456"/>
            <a:ext cx="473350" cy="0"/>
          </a:xfrm>
          <a:prstGeom prst="line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D3ED634-61D8-4FE5-A9EE-F2AA9E1F789A}"/>
              </a:ext>
            </a:extLst>
          </p:cNvPr>
          <p:cNvSpPr txBox="1"/>
          <p:nvPr userDrawn="1"/>
        </p:nvSpPr>
        <p:spPr>
          <a:xfrm>
            <a:off x="10417450" y="1256642"/>
            <a:ext cx="964131" cy="697627"/>
          </a:xfrm>
          <a:prstGeom prst="rect">
            <a:avLst/>
          </a:prstGeom>
          <a:noFill/>
        </p:spPr>
        <p:txBody>
          <a:bodyPr wrap="square" lIns="108000" tIns="0" rIns="0" bIns="0" rtlCol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lang="en-US" altLang="ko-KR" sz="1050" b="1" spc="-60">
                <a:latin typeface="+mn-ea"/>
              </a:rPr>
              <a:t>3) </a:t>
            </a:r>
          </a:p>
          <a:p>
            <a:pPr algn="l">
              <a:spcAft>
                <a:spcPts val="400"/>
              </a:spcAft>
            </a:pPr>
            <a:r>
              <a:rPr lang="ko-KR" altLang="en-US" sz="1050" b="1" spc="-60">
                <a:latin typeface="+mn-ea"/>
              </a:rPr>
              <a:t>필수</a:t>
            </a:r>
            <a:r>
              <a:rPr lang="en-US" altLang="ko-KR" sz="1050" b="1" spc="-60">
                <a:latin typeface="+mn-ea"/>
              </a:rPr>
              <a:t>/</a:t>
            </a:r>
            <a:r>
              <a:rPr lang="ko-KR" altLang="en-US" sz="1050" b="1" spc="-60">
                <a:latin typeface="+mn-ea"/>
              </a:rPr>
              <a:t>권장은 레이아웃 변경으로 적용</a:t>
            </a: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3B836DA3-F44C-4FD9-97AA-DF777D60FD11}"/>
              </a:ext>
            </a:extLst>
          </p:cNvPr>
          <p:cNvCxnSpPr>
            <a:cxnSpLocks/>
            <a:stCxn id="15" idx="1"/>
          </p:cNvCxnSpPr>
          <p:nvPr userDrawn="1"/>
        </p:nvCxnSpPr>
        <p:spPr>
          <a:xfrm flipH="1">
            <a:off x="9944100" y="3691434"/>
            <a:ext cx="473350" cy="1"/>
          </a:xfrm>
          <a:prstGeom prst="line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01DFA92C-E7AD-4AA6-B641-6BE5FD2CCAE6}"/>
              </a:ext>
            </a:extLst>
          </p:cNvPr>
          <p:cNvSpPr txBox="1"/>
          <p:nvPr userDrawn="1"/>
        </p:nvSpPr>
        <p:spPr>
          <a:xfrm>
            <a:off x="10417450" y="2648841"/>
            <a:ext cx="1266550" cy="2085186"/>
          </a:xfrm>
          <a:prstGeom prst="rect">
            <a:avLst/>
          </a:prstGeom>
          <a:noFill/>
        </p:spPr>
        <p:txBody>
          <a:bodyPr wrap="square" lIns="108000" tIns="0" rIns="0" bIns="0" rtlCol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lang="en-US" altLang="ko-KR" sz="1050" b="1" spc="-60">
                <a:latin typeface="+mn-ea"/>
              </a:rPr>
              <a:t>5)</a:t>
            </a:r>
          </a:p>
          <a:p>
            <a:pPr algn="l">
              <a:spcAft>
                <a:spcPts val="400"/>
              </a:spcAft>
            </a:pPr>
            <a:r>
              <a:rPr lang="ko-KR" altLang="en-US" sz="1050" b="1" spc="-60">
                <a:latin typeface="+mn-ea"/>
              </a:rPr>
              <a:t>하단 섹션 타이틀은 </a:t>
            </a:r>
            <a:r>
              <a:rPr lang="en-US" altLang="ko-KR" sz="1050" b="1" spc="-60">
                <a:latin typeface="+mn-ea"/>
              </a:rPr>
              <a:t>'</a:t>
            </a:r>
            <a:r>
              <a:rPr lang="ko-KR" altLang="en-US" sz="1050" b="1" spc="-60">
                <a:latin typeface="+mn-ea"/>
              </a:rPr>
              <a:t>텍스트 상자</a:t>
            </a:r>
            <a:r>
              <a:rPr lang="en-US" altLang="ko-KR" sz="1050" b="1" spc="-60">
                <a:latin typeface="+mn-ea"/>
              </a:rPr>
              <a:t>' </a:t>
            </a:r>
            <a:r>
              <a:rPr lang="ko-KR" altLang="en-US" sz="1050" b="1" spc="-60">
                <a:latin typeface="+mn-ea"/>
              </a:rPr>
              <a:t>삽입 후 기본 스타일 사용</a:t>
            </a:r>
            <a:endParaRPr lang="en-US" altLang="ko-KR" sz="1050" b="1" spc="-60">
              <a:latin typeface="+mn-ea"/>
            </a:endParaRPr>
          </a:p>
          <a:p>
            <a:pPr algn="l">
              <a:spcAft>
                <a:spcPts val="400"/>
              </a:spcAft>
            </a:pPr>
            <a:endParaRPr lang="en-US" altLang="ko-KR" sz="1050" b="1" spc="-60">
              <a:latin typeface="+mn-ea"/>
            </a:endParaRPr>
          </a:p>
          <a:p>
            <a:pPr algn="l">
              <a:spcAft>
                <a:spcPts val="400"/>
              </a:spcAft>
            </a:pPr>
            <a:r>
              <a:rPr lang="en-US" altLang="ko-KR" sz="1050" b="1" spc="-60">
                <a:latin typeface="+mn-ea"/>
              </a:rPr>
              <a:t>6) </a:t>
            </a:r>
          </a:p>
          <a:p>
            <a:pPr algn="l">
              <a:spcAft>
                <a:spcPts val="400"/>
              </a:spcAft>
            </a:pPr>
            <a:r>
              <a:rPr lang="ko-KR" altLang="en-US" sz="1050" b="1" spc="-60">
                <a:latin typeface="+mn-ea"/>
              </a:rPr>
              <a:t>코드 작성용 박스는 </a:t>
            </a:r>
            <a:r>
              <a:rPr lang="en-US" altLang="ko-KR" sz="1050" b="1" spc="-60">
                <a:latin typeface="+mn-ea"/>
              </a:rPr>
              <a:t>'</a:t>
            </a:r>
            <a:r>
              <a:rPr lang="ko-KR" altLang="en-US" sz="1050" b="1" spc="-60">
                <a:latin typeface="+mn-ea"/>
              </a:rPr>
              <a:t>직사각형</a:t>
            </a:r>
            <a:r>
              <a:rPr lang="en-US" altLang="ko-KR" sz="1050" b="1" spc="-60">
                <a:latin typeface="+mn-ea"/>
              </a:rPr>
              <a:t>' </a:t>
            </a:r>
            <a:r>
              <a:rPr lang="ko-KR" altLang="en-US" sz="1050" b="1" spc="-60">
                <a:latin typeface="+mn-ea"/>
              </a:rPr>
              <a:t>삽입</a:t>
            </a:r>
            <a:endParaRPr lang="en-US" altLang="ko-KR" sz="1050" b="1" spc="-60">
              <a:latin typeface="+mn-ea"/>
            </a:endParaRPr>
          </a:p>
          <a:p>
            <a:pPr algn="l">
              <a:spcAft>
                <a:spcPts val="400"/>
              </a:spcAft>
            </a:pPr>
            <a:r>
              <a:rPr lang="ko-KR" altLang="en-US" sz="1050" b="1" spc="-60">
                <a:latin typeface="+mn-ea"/>
              </a:rPr>
              <a:t>너비</a:t>
            </a:r>
            <a:r>
              <a:rPr lang="en-US" altLang="ko-KR" sz="1050" b="1" spc="-60">
                <a:latin typeface="+mn-ea"/>
              </a:rPr>
              <a:t> = 11.4cm</a:t>
            </a:r>
          </a:p>
          <a:p>
            <a:pPr algn="l">
              <a:spcAft>
                <a:spcPts val="400"/>
              </a:spcAft>
            </a:pPr>
            <a:r>
              <a:rPr lang="en-US" altLang="ko-KR" sz="1050" b="1" spc="-60">
                <a:latin typeface="+mn-ea"/>
              </a:rPr>
              <a:t>Tab </a:t>
            </a:r>
            <a:r>
              <a:rPr lang="ko-KR" altLang="en-US" sz="1050" b="1" spc="-60">
                <a:latin typeface="+mn-ea"/>
              </a:rPr>
              <a:t>키를 누르면 들여쓰기 가능</a:t>
            </a:r>
            <a:endParaRPr lang="en-US" altLang="ko-KR" sz="1050" b="1" spc="-60">
              <a:latin typeface="+mn-ea"/>
            </a:endParaRP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DB7C94AA-37D0-47BF-95D6-BD2062A9405A}"/>
              </a:ext>
            </a:extLst>
          </p:cNvPr>
          <p:cNvCxnSpPr>
            <a:cxnSpLocks/>
            <a:stCxn id="17" idx="3"/>
          </p:cNvCxnSpPr>
          <p:nvPr userDrawn="1"/>
        </p:nvCxnSpPr>
        <p:spPr>
          <a:xfrm>
            <a:off x="-450949" y="1249494"/>
            <a:ext cx="378559" cy="1"/>
          </a:xfrm>
          <a:prstGeom prst="line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43097DCF-A51C-4829-ADA7-96776BF23404}"/>
              </a:ext>
            </a:extLst>
          </p:cNvPr>
          <p:cNvSpPr txBox="1"/>
          <p:nvPr userDrawn="1"/>
        </p:nvSpPr>
        <p:spPr>
          <a:xfrm>
            <a:off x="-1689100" y="794241"/>
            <a:ext cx="1238151" cy="910506"/>
          </a:xfrm>
          <a:prstGeom prst="rect">
            <a:avLst/>
          </a:prstGeom>
          <a:noFill/>
        </p:spPr>
        <p:txBody>
          <a:bodyPr wrap="square" lIns="0" tIns="0" rIns="108000" bIns="0" rtlCol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lang="en-US" altLang="ko-KR" sz="1050" b="1" spc="-60">
                <a:latin typeface="+mn-ea"/>
              </a:rPr>
              <a:t>1)</a:t>
            </a:r>
          </a:p>
          <a:p>
            <a:pPr algn="l">
              <a:spcAft>
                <a:spcPts val="400"/>
              </a:spcAft>
            </a:pPr>
            <a:r>
              <a:rPr lang="ko-KR" altLang="en-US" sz="1050" b="1" spc="-60" err="1">
                <a:latin typeface="+mn-ea"/>
              </a:rPr>
              <a:t>플레이스</a:t>
            </a:r>
            <a:r>
              <a:rPr lang="ko-KR" altLang="en-US" sz="1050" b="1" spc="-60">
                <a:latin typeface="+mn-ea"/>
              </a:rPr>
              <a:t> 홀더를 참조하여 작성</a:t>
            </a:r>
            <a:endParaRPr lang="en-US" altLang="ko-KR" sz="1050" b="1" spc="-60">
              <a:latin typeface="+mn-ea"/>
            </a:endParaRPr>
          </a:p>
          <a:p>
            <a:pPr algn="l">
              <a:spcAft>
                <a:spcPts val="400"/>
              </a:spcAft>
            </a:pPr>
            <a:r>
              <a:rPr lang="en-US" altLang="ko-KR" sz="1050" b="1" spc="-60">
                <a:latin typeface="+mn-ea"/>
              </a:rPr>
              <a:t>※</a:t>
            </a:r>
            <a:r>
              <a:rPr lang="ko-KR" altLang="en-US" sz="1050" b="1" spc="-60">
                <a:latin typeface="+mn-ea"/>
              </a:rPr>
              <a:t>빈 값인 항목이 없어야 함</a:t>
            </a: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1A1AA9C9-A347-424C-B1BF-9027F9EA6A7F}"/>
              </a:ext>
            </a:extLst>
          </p:cNvPr>
          <p:cNvCxnSpPr>
            <a:cxnSpLocks/>
            <a:stCxn id="20" idx="3"/>
          </p:cNvCxnSpPr>
          <p:nvPr userDrawn="1"/>
        </p:nvCxnSpPr>
        <p:spPr>
          <a:xfrm>
            <a:off x="-450949" y="3010710"/>
            <a:ext cx="378559" cy="1"/>
          </a:xfrm>
          <a:prstGeom prst="line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6AB62D7-CA09-488B-8AAB-5640FB023477}"/>
              </a:ext>
            </a:extLst>
          </p:cNvPr>
          <p:cNvSpPr txBox="1"/>
          <p:nvPr userDrawn="1"/>
        </p:nvSpPr>
        <p:spPr>
          <a:xfrm>
            <a:off x="-1689100" y="2393874"/>
            <a:ext cx="1238151" cy="1233671"/>
          </a:xfrm>
          <a:prstGeom prst="rect">
            <a:avLst/>
          </a:prstGeom>
          <a:noFill/>
        </p:spPr>
        <p:txBody>
          <a:bodyPr wrap="square" lIns="0" tIns="0" rIns="108000" bIns="0" rtlCol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lang="en-US" altLang="ko-KR" sz="1050" b="1" spc="-60">
                <a:latin typeface="+mn-ea"/>
              </a:rPr>
              <a:t>4)</a:t>
            </a:r>
          </a:p>
          <a:p>
            <a:pPr algn="l">
              <a:spcAft>
                <a:spcPts val="400"/>
              </a:spcAft>
            </a:pPr>
            <a:r>
              <a:rPr lang="ko-KR" altLang="en-US" sz="1050" b="1" spc="-60">
                <a:latin typeface="+mn-ea"/>
              </a:rPr>
              <a:t>이미지에서 잘못된 부분 표시할 때</a:t>
            </a:r>
            <a:r>
              <a:rPr lang="en-US" altLang="ko-KR" sz="1050" b="1" spc="-60">
                <a:latin typeface="+mn-ea"/>
              </a:rPr>
              <a:t> </a:t>
            </a:r>
            <a:br>
              <a:rPr lang="en-US" altLang="ko-KR" sz="1050" b="1" spc="-60">
                <a:latin typeface="+mn-ea"/>
              </a:rPr>
            </a:br>
            <a:r>
              <a:rPr lang="ko-KR" altLang="en-US" sz="1050" b="1" spc="-60">
                <a:latin typeface="+mn-ea"/>
              </a:rPr>
              <a:t>라인 굵기</a:t>
            </a:r>
            <a:r>
              <a:rPr lang="en-US" altLang="ko-KR" sz="1050" b="1" spc="-60">
                <a:latin typeface="+mn-ea"/>
              </a:rPr>
              <a:t> = 2pt</a:t>
            </a:r>
          </a:p>
          <a:p>
            <a:pPr algn="l">
              <a:spcAft>
                <a:spcPts val="400"/>
              </a:spcAft>
            </a:pPr>
            <a:r>
              <a:rPr lang="ko-KR" altLang="en-US" sz="1050" b="1" spc="-60">
                <a:latin typeface="+mn-ea"/>
              </a:rPr>
              <a:t>화살표는 생성했을 때</a:t>
            </a:r>
            <a:r>
              <a:rPr lang="en-US" altLang="ko-KR" sz="1050" b="1" spc="-60">
                <a:latin typeface="+mn-ea"/>
              </a:rPr>
              <a:t> </a:t>
            </a:r>
            <a:r>
              <a:rPr lang="ko-KR" altLang="en-US" sz="1050" b="1" spc="-60">
                <a:latin typeface="+mn-ea"/>
              </a:rPr>
              <a:t>기본 스타일 그대로 사용</a:t>
            </a:r>
            <a:endParaRPr lang="en-US" altLang="ko-KR" sz="1050" b="1" spc="-60">
              <a:latin typeface="+mn-ea"/>
            </a:endParaRPr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26EE012F-F441-436A-A21A-12E197B7D3A8}"/>
              </a:ext>
            </a:extLst>
          </p:cNvPr>
          <p:cNvCxnSpPr>
            <a:cxnSpLocks/>
            <a:stCxn id="22" idx="1"/>
          </p:cNvCxnSpPr>
          <p:nvPr userDrawn="1"/>
        </p:nvCxnSpPr>
        <p:spPr>
          <a:xfrm flipH="1">
            <a:off x="9944100" y="6134727"/>
            <a:ext cx="473350" cy="0"/>
          </a:xfrm>
          <a:prstGeom prst="line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D9D6501F-BF38-4304-8A58-E7C730C74B2A}"/>
              </a:ext>
            </a:extLst>
          </p:cNvPr>
          <p:cNvSpPr txBox="1"/>
          <p:nvPr userDrawn="1"/>
        </p:nvSpPr>
        <p:spPr>
          <a:xfrm>
            <a:off x="10417450" y="5517891"/>
            <a:ext cx="1266550" cy="1233671"/>
          </a:xfrm>
          <a:prstGeom prst="rect">
            <a:avLst/>
          </a:prstGeom>
          <a:noFill/>
        </p:spPr>
        <p:txBody>
          <a:bodyPr wrap="square" lIns="108000" tIns="0" rIns="0" bIns="0" rtlCol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lang="en-US" altLang="ko-KR" sz="1050" b="1" spc="-60">
                <a:latin typeface="+mn-ea"/>
              </a:rPr>
              <a:t>7)</a:t>
            </a:r>
          </a:p>
          <a:p>
            <a:pPr algn="l">
              <a:spcAft>
                <a:spcPts val="400"/>
              </a:spcAft>
            </a:pPr>
            <a:r>
              <a:rPr lang="ko-KR" altLang="en-US" sz="1050" b="1" spc="-60">
                <a:latin typeface="+mn-ea"/>
              </a:rPr>
              <a:t>코드가 길어져서 뒷장으로 넘어갈 때는 하단 라인이 맞닿도록 하고</a:t>
            </a:r>
            <a:endParaRPr lang="en-US" altLang="ko-KR" sz="1050" b="1" spc="-60">
              <a:latin typeface="+mn-ea"/>
            </a:endParaRPr>
          </a:p>
          <a:p>
            <a:pPr algn="l">
              <a:spcAft>
                <a:spcPts val="400"/>
              </a:spcAft>
            </a:pPr>
            <a:r>
              <a:rPr lang="ko-KR" altLang="en-US" sz="1050" b="1" spc="-60">
                <a:latin typeface="+mn-ea"/>
              </a:rPr>
              <a:t>다음 장은 레이아웃 변경</a:t>
            </a:r>
            <a:endParaRPr lang="en-US" altLang="ko-KR" sz="1050" b="1" spc="-60">
              <a:latin typeface="+mn-ea"/>
            </a:endParaRPr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BD4A7F95-CEC0-4A88-830D-B7D5FDD1F7FB}"/>
              </a:ext>
            </a:extLst>
          </p:cNvPr>
          <p:cNvCxnSpPr>
            <a:cxnSpLocks/>
            <a:stCxn id="27" idx="1"/>
          </p:cNvCxnSpPr>
          <p:nvPr userDrawn="1"/>
        </p:nvCxnSpPr>
        <p:spPr>
          <a:xfrm flipH="1" flipV="1">
            <a:off x="9944100" y="591569"/>
            <a:ext cx="473350" cy="1"/>
          </a:xfrm>
          <a:prstGeom prst="line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145D0D4-E443-483D-A9DC-BCA5DF6204DA}"/>
              </a:ext>
            </a:extLst>
          </p:cNvPr>
          <p:cNvSpPr txBox="1"/>
          <p:nvPr userDrawn="1"/>
        </p:nvSpPr>
        <p:spPr>
          <a:xfrm>
            <a:off x="10417450" y="191460"/>
            <a:ext cx="1507850" cy="800219"/>
          </a:xfrm>
          <a:prstGeom prst="rect">
            <a:avLst/>
          </a:prstGeom>
          <a:noFill/>
        </p:spPr>
        <p:txBody>
          <a:bodyPr wrap="square" lIns="108000" tIns="0" rIns="0" bIns="0" rtlCol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lang="en-US" altLang="ko-KR" sz="1050" b="1" spc="-60">
                <a:latin typeface="+mn-ea"/>
              </a:rPr>
              <a:t>2) </a:t>
            </a:r>
          </a:p>
          <a:p>
            <a:pPr algn="l">
              <a:spcAft>
                <a:spcPts val="400"/>
              </a:spcAft>
            </a:pPr>
            <a:r>
              <a:rPr lang="ko-KR" altLang="en-US" sz="1050" b="1" spc="-60">
                <a:latin typeface="+mn-ea"/>
              </a:rPr>
              <a:t>공통 오류인 경우 사용</a:t>
            </a:r>
            <a:endParaRPr lang="en-US" altLang="ko-KR" sz="1050" b="1" spc="-60">
              <a:latin typeface="+mn-ea"/>
            </a:endParaRPr>
          </a:p>
          <a:p>
            <a:pPr algn="l">
              <a:spcAft>
                <a:spcPts val="400"/>
              </a:spcAft>
            </a:pPr>
            <a:r>
              <a:rPr lang="ko-KR" altLang="en-US" sz="1050" b="1" spc="-60">
                <a:latin typeface="+mn-ea"/>
              </a:rPr>
              <a:t>가로위치</a:t>
            </a:r>
            <a:r>
              <a:rPr lang="en-US" altLang="ko-KR" sz="1050" b="1" spc="-60">
                <a:latin typeface="+mn-ea"/>
              </a:rPr>
              <a:t> = 24.25 cm </a:t>
            </a:r>
          </a:p>
          <a:p>
            <a:pPr algn="l">
              <a:spcAft>
                <a:spcPts val="400"/>
              </a:spcAft>
            </a:pPr>
            <a:r>
              <a:rPr lang="ko-KR" altLang="en-US" sz="1050" b="1" spc="-60">
                <a:latin typeface="+mn-ea"/>
              </a:rPr>
              <a:t>세로위치 </a:t>
            </a:r>
            <a:r>
              <a:rPr lang="en-US" altLang="ko-KR" sz="1050" b="1" spc="-60">
                <a:latin typeface="+mn-ea"/>
              </a:rPr>
              <a:t>= 1.18 cm</a:t>
            </a:r>
            <a:endParaRPr lang="ko-KR" altLang="en-US" sz="1050" b="1" spc="-60">
              <a:latin typeface="+mn-ea"/>
            </a:endParaRPr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6456BE0D-BB19-49B7-A385-C0543008D3B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68098"/>
          <a:stretch/>
        </p:blipFill>
        <p:spPr>
          <a:xfrm>
            <a:off x="-2489023" y="4965258"/>
            <a:ext cx="2209524" cy="1713566"/>
          </a:xfrm>
          <a:prstGeom prst="rect">
            <a:avLst/>
          </a:prstGeom>
        </p:spPr>
      </p:pic>
      <p:sp>
        <p:nvSpPr>
          <p:cNvPr id="9" name="타원 8">
            <a:extLst>
              <a:ext uri="{FF2B5EF4-FFF2-40B4-BE49-F238E27FC236}">
                <a16:creationId xmlns:a16="http://schemas.microsoft.com/office/drawing/2014/main" id="{626669FF-6426-4DCA-9497-8FC898301CD9}"/>
              </a:ext>
            </a:extLst>
          </p:cNvPr>
          <p:cNvSpPr>
            <a:spLocks noChangeAspect="1"/>
          </p:cNvSpPr>
          <p:nvPr userDrawn="1"/>
        </p:nvSpPr>
        <p:spPr>
          <a:xfrm>
            <a:off x="-752677" y="5322320"/>
            <a:ext cx="229414" cy="229414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t">
            <a:sp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4853A5EE-03DB-4B5A-8016-74CAC1F69032}"/>
              </a:ext>
            </a:extLst>
          </p:cNvPr>
          <p:cNvSpPr>
            <a:spLocks noChangeAspect="1"/>
          </p:cNvSpPr>
          <p:nvPr userDrawn="1"/>
        </p:nvSpPr>
        <p:spPr>
          <a:xfrm>
            <a:off x="-1613675" y="5322320"/>
            <a:ext cx="229414" cy="229414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t">
            <a:sp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2CEBFF6-9CFD-419F-B06D-A8D05E383E24}"/>
              </a:ext>
            </a:extLst>
          </p:cNvPr>
          <p:cNvSpPr txBox="1"/>
          <p:nvPr userDrawn="1"/>
        </p:nvSpPr>
        <p:spPr>
          <a:xfrm>
            <a:off x="-2118044" y="4399294"/>
            <a:ext cx="1238151" cy="16158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lang="ko-KR" altLang="en-US" sz="1050" b="1" spc="-60">
                <a:latin typeface="+mn-ea"/>
              </a:rPr>
              <a:t>개선 방안 색상</a:t>
            </a:r>
            <a:endParaRPr lang="en-US" altLang="ko-KR" sz="1050" b="1" spc="-60">
              <a:latin typeface="+mn-ea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FD23329-0AB1-44A8-80D0-325B6EC5AD72}"/>
              </a:ext>
            </a:extLst>
          </p:cNvPr>
          <p:cNvSpPr txBox="1"/>
          <p:nvPr userDrawn="1"/>
        </p:nvSpPr>
        <p:spPr>
          <a:xfrm>
            <a:off x="-1058008" y="4705936"/>
            <a:ext cx="845674" cy="16158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lang="ko-KR" altLang="en-US" sz="1050" b="1" spc="-60">
                <a:latin typeface="+mn-ea"/>
              </a:rPr>
              <a:t>오류 색상</a:t>
            </a:r>
            <a:endParaRPr lang="en-US" altLang="ko-KR" sz="1050" b="1" spc="-60">
              <a:latin typeface="+mn-ea"/>
            </a:endParaRPr>
          </a:p>
        </p:txBody>
      </p: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6AD04AED-C8CC-4955-A1F1-2B08B61A075E}"/>
              </a:ext>
            </a:extLst>
          </p:cNvPr>
          <p:cNvCxnSpPr>
            <a:cxnSpLocks/>
            <a:stCxn id="37" idx="0"/>
            <a:endCxn id="40" idx="2"/>
          </p:cNvCxnSpPr>
          <p:nvPr userDrawn="1"/>
        </p:nvCxnSpPr>
        <p:spPr>
          <a:xfrm flipV="1">
            <a:off x="-1498968" y="4560877"/>
            <a:ext cx="0" cy="761443"/>
          </a:xfrm>
          <a:prstGeom prst="line">
            <a:avLst/>
          </a:prstGeom>
          <a:ln w="31750">
            <a:solidFill>
              <a:schemeClr val="tx1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0A852A9A-48D3-4E47-B384-FC71469950FB}"/>
              </a:ext>
            </a:extLst>
          </p:cNvPr>
          <p:cNvCxnSpPr>
            <a:cxnSpLocks/>
            <a:endCxn id="41" idx="2"/>
          </p:cNvCxnSpPr>
          <p:nvPr userDrawn="1"/>
        </p:nvCxnSpPr>
        <p:spPr>
          <a:xfrm flipV="1">
            <a:off x="-637970" y="4867519"/>
            <a:ext cx="2799" cy="454802"/>
          </a:xfrm>
          <a:prstGeom prst="line">
            <a:avLst/>
          </a:prstGeom>
          <a:ln w="31750">
            <a:solidFill>
              <a:schemeClr val="tx1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06422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84">
          <p15:clr>
            <a:srgbClr val="FBAE40"/>
          </p15:clr>
        </p15:guide>
        <p15:guide id="2" pos="3256">
          <p15:clr>
            <a:srgbClr val="FBAE40"/>
          </p15:clr>
        </p15:guide>
        <p15:guide id="3" pos="1691">
          <p15:clr>
            <a:srgbClr val="FBAE40"/>
          </p15:clr>
        </p15:guide>
        <p15:guide id="4" orient="horz" pos="1207">
          <p15:clr>
            <a:srgbClr val="FBAE40"/>
          </p15:clr>
        </p15:guide>
        <p15:guide id="5" orient="horz" pos="4088">
          <p15:clr>
            <a:srgbClr val="FBAE40"/>
          </p15:clr>
        </p15:guide>
        <p15:guide id="6" orient="horz" pos="2659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개선방안_좁게_필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79F8E6-9A5A-472A-AC33-0B83FE1EB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id="{7AB61EE3-623F-4F37-A588-9B7F2ABCA7E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391488028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</a:rPr>
                        <a:t>URL</a:t>
                      </a:r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900" b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5531405"/>
                  </a:ext>
                </a:extLst>
              </a:tr>
            </a:tbl>
          </a:graphicData>
        </a:graphic>
      </p:graphicFrame>
      <p:sp>
        <p:nvSpPr>
          <p:cNvPr id="7" name="페이지명">
            <a:extLst>
              <a:ext uri="{FF2B5EF4-FFF2-40B4-BE49-F238E27FC236}">
                <a16:creationId xmlns:a16="http://schemas.microsoft.com/office/drawing/2014/main" id="{9ECFD92E-302F-43D4-B16D-627E28D653D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65556" y="813199"/>
            <a:ext cx="8224519" cy="2088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ko-KR" altLang="en-US"/>
              <a:t>최상위 페이지 </a:t>
            </a:r>
            <a:r>
              <a:rPr lang="en-US" altLang="ko-KR"/>
              <a:t>&gt; </a:t>
            </a:r>
            <a:r>
              <a:rPr lang="ko-KR" altLang="en-US"/>
              <a:t>하위 페이지 </a:t>
            </a:r>
            <a:r>
              <a:rPr lang="en-US" altLang="ko-KR"/>
              <a:t>&gt; </a:t>
            </a:r>
            <a:r>
              <a:rPr lang="ko-KR" altLang="en-US"/>
              <a:t>하위 페이지        </a:t>
            </a:r>
            <a:r>
              <a:rPr lang="en-US" altLang="ko-KR"/>
              <a:t>*</a:t>
            </a:r>
            <a:r>
              <a:rPr lang="ko-KR" altLang="en-US"/>
              <a:t>경로 구분자는 </a:t>
            </a:r>
            <a:r>
              <a:rPr lang="en-US" altLang="ko-KR"/>
              <a:t>‘&gt;’ </a:t>
            </a:r>
            <a:r>
              <a:rPr lang="ko-KR" altLang="en-US"/>
              <a:t>사용</a:t>
            </a:r>
            <a:r>
              <a:rPr lang="en-US" altLang="ko-KR"/>
              <a:t>, </a:t>
            </a:r>
            <a:r>
              <a:rPr lang="ko-KR" altLang="en-US"/>
              <a:t>경로가 </a:t>
            </a:r>
            <a:r>
              <a:rPr lang="en-US" altLang="ko-KR"/>
              <a:t>2</a:t>
            </a:r>
            <a:r>
              <a:rPr lang="ko-KR" altLang="en-US"/>
              <a:t>개 이상일 때 가장 하위 페이지는 굵게</a:t>
            </a:r>
            <a:endParaRPr lang="en-US" altLang="ko-KR"/>
          </a:p>
        </p:txBody>
      </p:sp>
      <p:sp>
        <p:nvSpPr>
          <p:cNvPr id="8" name="URL">
            <a:extLst>
              <a:ext uri="{FF2B5EF4-FFF2-40B4-BE49-F238E27FC236}">
                <a16:creationId xmlns:a16="http://schemas.microsoft.com/office/drawing/2014/main" id="{AD41B344-C6A0-4775-AC21-A39E9D3525F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65556" y="1022495"/>
            <a:ext cx="8224519" cy="2088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altLang="ko-KR"/>
              <a:t>URL </a:t>
            </a:r>
            <a:r>
              <a:rPr lang="ko-KR" altLang="en-US"/>
              <a:t>입력     *모든 페이지 </a:t>
            </a:r>
            <a:r>
              <a:rPr lang="en-US" altLang="ko-KR"/>
              <a:t>URL</a:t>
            </a:r>
            <a:r>
              <a:rPr lang="ko-KR" altLang="en-US"/>
              <a:t>이 동일할 경우 ‘</a:t>
            </a:r>
            <a:r>
              <a:rPr lang="en-US" altLang="ko-KR"/>
              <a:t>-(</a:t>
            </a:r>
            <a:r>
              <a:rPr lang="ko-KR" altLang="en-US"/>
              <a:t>대시</a:t>
            </a:r>
            <a:r>
              <a:rPr lang="en-US" altLang="ko-KR"/>
              <a:t>)’ </a:t>
            </a:r>
            <a:r>
              <a:rPr lang="ko-KR" altLang="en-US"/>
              <a:t>표기</a:t>
            </a:r>
          </a:p>
        </p:txBody>
      </p:sp>
      <p:sp>
        <p:nvSpPr>
          <p:cNvPr id="10" name="검사항목">
            <a:extLst>
              <a:ext uri="{FF2B5EF4-FFF2-40B4-BE49-F238E27FC236}">
                <a16:creationId xmlns:a16="http://schemas.microsoft.com/office/drawing/2014/main" id="{0B59CA91-0BDB-4532-A622-6BD545A41AB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65556" y="1225704"/>
            <a:ext cx="8224519" cy="2088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altLang="ko-KR"/>
              <a:t>24</a:t>
            </a:r>
            <a:r>
              <a:rPr lang="ko-KR" altLang="en-US"/>
              <a:t>개 지침   </a:t>
            </a:r>
            <a:r>
              <a:rPr lang="en-US" altLang="ko-KR"/>
              <a:t>*</a:t>
            </a:r>
            <a:r>
              <a:rPr lang="ko-KR" altLang="en-US"/>
              <a:t>사용성 또는 사용자 진단 결과에 의한 수정일 경우</a:t>
            </a:r>
            <a:r>
              <a:rPr lang="en-US" altLang="ko-KR"/>
              <a:t>, </a:t>
            </a:r>
            <a:r>
              <a:rPr lang="ko-KR" altLang="en-US"/>
              <a:t>해당 항목이 없더라도 </a:t>
            </a:r>
            <a:r>
              <a:rPr lang="en-US" altLang="ko-KR"/>
              <a:t>'-(</a:t>
            </a:r>
            <a:r>
              <a:rPr lang="ko-KR" altLang="en-US"/>
              <a:t>대시</a:t>
            </a:r>
            <a:r>
              <a:rPr lang="en-US" altLang="ko-KR"/>
              <a:t>)' </a:t>
            </a:r>
            <a:r>
              <a:rPr lang="ko-KR" altLang="en-US"/>
              <a:t>표기</a:t>
            </a:r>
          </a:p>
        </p:txBody>
      </p:sp>
      <p:sp>
        <p:nvSpPr>
          <p:cNvPr id="6" name="오류유형">
            <a:extLst>
              <a:ext uri="{FF2B5EF4-FFF2-40B4-BE49-F238E27FC236}">
                <a16:creationId xmlns:a16="http://schemas.microsoft.com/office/drawing/2014/main" id="{A83AE7C4-EFAE-46FD-89D9-C5316319725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65556" y="1434504"/>
            <a:ext cx="6613524" cy="338400"/>
          </a:xfrm>
          <a:prstGeom prst="rect">
            <a:avLst/>
          </a:prstGeom>
        </p:spPr>
        <p:txBody>
          <a:bodyPr lIns="90000" tIns="36000" rIns="90000" bIns="360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/>
              <a:t>인증심사 지침 오류 유형     </a:t>
            </a:r>
            <a:r>
              <a:rPr lang="en-US" altLang="ko-KR"/>
              <a:t>*</a:t>
            </a:r>
            <a:r>
              <a:rPr lang="ko-KR" altLang="en-US"/>
              <a:t>사용성 또는 사용자 진단 결과에 의한 수정일 경우</a:t>
            </a:r>
            <a:r>
              <a:rPr lang="en-US" altLang="ko-KR"/>
              <a:t>, </a:t>
            </a:r>
            <a:r>
              <a:rPr lang="ko-KR" altLang="en-US"/>
              <a:t>해당 항목이 없더라도 </a:t>
            </a:r>
            <a:r>
              <a:rPr lang="en-US" altLang="ko-KR"/>
              <a:t>'-(</a:t>
            </a:r>
            <a:r>
              <a:rPr lang="ko-KR" altLang="en-US"/>
              <a:t>대시</a:t>
            </a:r>
            <a:r>
              <a:rPr lang="en-US" altLang="ko-KR"/>
              <a:t>)' </a:t>
            </a:r>
            <a:r>
              <a:rPr lang="ko-KR" altLang="en-US"/>
              <a:t>표기</a:t>
            </a:r>
          </a:p>
        </p:txBody>
      </p:sp>
      <p:graphicFrame>
        <p:nvGraphicFramePr>
          <p:cNvPr id="4" name="문제점 및 개선 방안">
            <a:extLst>
              <a:ext uri="{FF2B5EF4-FFF2-40B4-BE49-F238E27FC236}">
                <a16:creationId xmlns:a16="http://schemas.microsoft.com/office/drawing/2014/main" id="{3C9EBF25-435E-4713-846B-2829852AEC7D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137967625"/>
              </p:ext>
            </p:extLst>
          </p:nvPr>
        </p:nvGraphicFramePr>
        <p:xfrm>
          <a:off x="412705" y="1864800"/>
          <a:ext cx="9080590" cy="4788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40295">
                  <a:extLst>
                    <a:ext uri="{9D8B030D-6E8A-4147-A177-3AD203B41FA5}">
                      <a16:colId xmlns:a16="http://schemas.microsoft.com/office/drawing/2014/main" val="1748455716"/>
                    </a:ext>
                  </a:extLst>
                </a:gridCol>
                <a:gridCol w="4540295">
                  <a:extLst>
                    <a:ext uri="{9D8B030D-6E8A-4147-A177-3AD203B41FA5}">
                      <a16:colId xmlns:a16="http://schemas.microsoft.com/office/drawing/2014/main" val="1793000155"/>
                    </a:ext>
                  </a:extLst>
                </a:gridCol>
              </a:tblGrid>
              <a:tr h="21600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/>
                        <a:t>문제점 및 개선 방안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/>
                    </a:p>
                  </a:txBody>
                  <a:tcPr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45960"/>
                  </a:ext>
                </a:extLst>
              </a:tr>
              <a:tr h="457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1396524"/>
                  </a:ext>
                </a:extLst>
              </a:tr>
            </a:tbl>
          </a:graphicData>
        </a:graphic>
      </p:graphicFrame>
      <p:sp>
        <p:nvSpPr>
          <p:cNvPr id="13" name="설명">
            <a:extLst>
              <a:ext uri="{FF2B5EF4-FFF2-40B4-BE49-F238E27FC236}">
                <a16:creationId xmlns:a16="http://schemas.microsoft.com/office/drawing/2014/main" id="{196E4C04-B516-4B97-87D2-D5D6CFC6543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2129" y="2246825"/>
            <a:ext cx="4105275" cy="598764"/>
          </a:xfrm>
          <a:prstGeom prst="rect">
            <a:avLst/>
          </a:prstGeom>
          <a:noFill/>
        </p:spPr>
        <p:txBody>
          <a:bodyPr wrap="square" lIns="0" tIns="0" rIns="0" bIns="432000" rtlCol="0">
            <a:spAutoFit/>
          </a:bodyPr>
          <a:lstStyle>
            <a:lvl1pPr latinLnBrk="0">
              <a:lnSpc>
                <a:spcPct val="120000"/>
              </a:lnSpc>
              <a:spcBef>
                <a:spcPts val="400"/>
              </a:spcBef>
              <a:defRPr lang="ko-KR" altLang="en-US" sz="1000" smtClean="0"/>
            </a:lvl1pPr>
            <a:lvl2pPr>
              <a:defRPr lang="ko-KR" altLang="en-US" sz="1800" smtClean="0"/>
            </a:lvl2pPr>
            <a:lvl3pPr>
              <a:defRPr lang="ko-KR" altLang="en-US" sz="1800" smtClean="0"/>
            </a:lvl3pPr>
            <a:lvl4pPr>
              <a:defRPr lang="ko-KR" altLang="en-US" smtClean="0"/>
            </a:lvl4pPr>
            <a:lvl5pPr>
              <a:defRPr lang="ko-KR" altLang="en-US"/>
            </a:lvl5pPr>
          </a:lstStyle>
          <a:p>
            <a:pPr marL="144000" lvl="0" indent="-144000" defTabSz="457200" latinLnBrk="0">
              <a:lnSpc>
                <a:spcPct val="112000"/>
              </a:lnSpc>
            </a:pPr>
            <a:r>
              <a:rPr lang="ko-KR" altLang="en-US"/>
              <a:t>내용</a:t>
            </a:r>
          </a:p>
        </p:txBody>
      </p:sp>
    </p:spTree>
    <p:extLst>
      <p:ext uri="{BB962C8B-B14F-4D97-AF65-F5344CB8AC3E}">
        <p14:creationId xmlns:p14="http://schemas.microsoft.com/office/powerpoint/2010/main" val="4732651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84">
          <p15:clr>
            <a:srgbClr val="FBAE40"/>
          </p15:clr>
        </p15:guide>
        <p15:guide id="2" pos="3256">
          <p15:clr>
            <a:srgbClr val="FBAE40"/>
          </p15:clr>
        </p15:guide>
        <p15:guide id="3" pos="1691">
          <p15:clr>
            <a:srgbClr val="FBAE40"/>
          </p15:clr>
        </p15:guide>
        <p15:guide id="4" orient="horz" pos="1412">
          <p15:clr>
            <a:srgbClr val="FBAE40"/>
          </p15:clr>
        </p15:guide>
        <p15:guide id="5" orient="horz" pos="4088">
          <p15:clr>
            <a:srgbClr val="FBAE40"/>
          </p15:clr>
        </p15:guide>
        <p15:guide id="6" orient="horz" pos="2750">
          <p15:clr>
            <a:srgbClr val="FBAE40"/>
          </p15:clr>
        </p15:guide>
        <p15:guide id="7" pos="4549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25010" y="444925"/>
            <a:ext cx="6436800" cy="26314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marL="0" lvl="0" defTabSz="457200" latinLnBrk="0"/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5" name="슬라이드 번호 개체 틀 2">
            <a:extLst>
              <a:ext uri="{FF2B5EF4-FFF2-40B4-BE49-F238E27FC236}">
                <a16:creationId xmlns:a16="http://schemas.microsoft.com/office/drawing/2014/main" id="{49D477C1-B80A-436A-873B-8939B1660757}"/>
              </a:ext>
            </a:extLst>
          </p:cNvPr>
          <p:cNvSpPr txBox="1">
            <a:spLocks/>
          </p:cNvSpPr>
          <p:nvPr userDrawn="1"/>
        </p:nvSpPr>
        <p:spPr>
          <a:xfrm>
            <a:off x="5838825" y="127975"/>
            <a:ext cx="3794175" cy="183600"/>
          </a:xfrm>
          <a:prstGeom prst="rect">
            <a:avLst/>
          </a:prstGeom>
        </p:spPr>
        <p:txBody>
          <a:bodyPr lIns="0" rIns="0" anchor="ctr"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>
                <a:latin typeface="+mn-ea"/>
                <a:ea typeface="+mn-ea"/>
              </a:rPr>
              <a:t>한국예탁결제원 국문</a:t>
            </a:r>
            <a:r>
              <a:rPr lang="ko-KR" altLang="en-US" sz="800" b="0">
                <a:solidFill>
                  <a:schemeClr val="tx1">
                    <a:lumMod val="95000"/>
                    <a:lumOff val="5000"/>
                  </a:schemeClr>
                </a:solidFill>
              </a:rPr>
              <a:t> 모바일 접근성 </a:t>
            </a:r>
            <a:r>
              <a:rPr lang="en-US" altLang="ko-KR" sz="800" b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</a:t>
            </a:r>
            <a:r>
              <a:rPr lang="ko-KR" altLang="en-US" sz="800" b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차 진단 보고서</a:t>
            </a:r>
            <a:r>
              <a:rPr lang="en-US" altLang="ko-KR" sz="800" b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fld id="{57DCFE9F-B2B4-47BC-97BE-9C043A2ED687}" type="slidenum">
              <a:rPr lang="en-US" altLang="ko-KR" sz="800" b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lang="ko-KR" altLang="en-US" sz="800" b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endParaRPr lang="en-US" sz="800" b="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0080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16" r:id="rId2"/>
    <p:sldLayoutId id="2147483717" r:id="rId3"/>
    <p:sldLayoutId id="2147483715" r:id="rId4"/>
    <p:sldLayoutId id="2147483718" r:id="rId5"/>
    <p:sldLayoutId id="2147483724" r:id="rId6"/>
    <p:sldLayoutId id="2147483723" r:id="rId7"/>
    <p:sldLayoutId id="2147483719" r:id="rId8"/>
    <p:sldLayoutId id="2147483720" r:id="rId9"/>
    <p:sldLayoutId id="2147483721" r:id="rId10"/>
    <p:sldLayoutId id="2147483722" r:id="rId11"/>
    <p:sldLayoutId id="2147483725" r:id="rId12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lang="en-US" altLang="en-US" sz="1900" b="1" kern="1200" spc="-150" dirty="0">
          <a:solidFill>
            <a:schemeClr val="tx1">
              <a:lumMod val="95000"/>
              <a:lumOff val="5000"/>
            </a:schemeClr>
          </a:solidFill>
          <a:latin typeface="+mn-ea"/>
          <a:ea typeface="+mn-ea"/>
          <a:cs typeface="+mn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62" userDrawn="1">
          <p15:clr>
            <a:srgbClr val="F26B43"/>
          </p15:clr>
        </p15:guide>
        <p15:guide id="2" pos="398" userDrawn="1">
          <p15:clr>
            <a:srgbClr val="F26B43"/>
          </p15:clr>
        </p15:guide>
        <p15:guide id="3" pos="5842" userDrawn="1">
          <p15:clr>
            <a:srgbClr val="F26B43"/>
          </p15:clr>
        </p15:guide>
        <p15:guide id="4" pos="5978" userDrawn="1">
          <p15:clr>
            <a:srgbClr val="F26B43"/>
          </p15:clr>
        </p15:guide>
        <p15:guide id="5" pos="3120" userDrawn="1">
          <p15:clr>
            <a:srgbClr val="F26B43"/>
          </p15:clr>
        </p15:guide>
        <p15:guide id="9" orient="horz" pos="4178" userDrawn="1">
          <p15:clr>
            <a:srgbClr val="F26B43"/>
          </p15:clr>
        </p15:guide>
        <p15:guide id="12" orient="horz" pos="50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31;p1">
            <a:extLst>
              <a:ext uri="{FF2B5EF4-FFF2-40B4-BE49-F238E27FC236}">
                <a16:creationId xmlns:a16="http://schemas.microsoft.com/office/drawing/2014/main" id="{029A339E-21A1-41D7-8EEF-1BB6F1C3B0B0}"/>
              </a:ext>
            </a:extLst>
          </p:cNvPr>
          <p:cNvSpPr txBox="1"/>
          <p:nvPr/>
        </p:nvSpPr>
        <p:spPr>
          <a:xfrm>
            <a:off x="646135" y="2197546"/>
            <a:ext cx="6538865" cy="369332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defPPr>
              <a:defRPr lang="en-US"/>
            </a:defPPr>
            <a:lvl1pPr algn="ctr"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SpoqaHanSans-Regular" panose="020B0500000000000000" pitchFamily="50" charset="-127"/>
                <a:ea typeface="SpoqaHanSans-Regular" panose="020B0500000000000000" pitchFamily="50" charset="-127"/>
              </a:defRPr>
            </a:lvl1pPr>
          </a:lstStyle>
          <a:p>
            <a:pPr algn="l"/>
            <a:r>
              <a:rPr lang="en-US" altLang="ko-KR" sz="2400" dirty="0">
                <a:latin typeface="+mn-ea"/>
                <a:ea typeface="+mn-ea"/>
              </a:rPr>
              <a:t>2025</a:t>
            </a:r>
            <a:r>
              <a:rPr lang="ko-KR" altLang="en-US" sz="2400" dirty="0">
                <a:latin typeface="+mn-ea"/>
                <a:ea typeface="+mn-ea"/>
              </a:rPr>
              <a:t>년 대표홈페이지 웹접근성 인증마크 갱신 용역</a:t>
            </a:r>
          </a:p>
        </p:txBody>
      </p:sp>
      <p:sp>
        <p:nvSpPr>
          <p:cNvPr id="6" name="Google Shape;32;p1">
            <a:extLst>
              <a:ext uri="{FF2B5EF4-FFF2-40B4-BE49-F238E27FC236}">
                <a16:creationId xmlns:a16="http://schemas.microsoft.com/office/drawing/2014/main" id="{648CA881-48B2-44CF-802C-77A8154BE220}"/>
              </a:ext>
            </a:extLst>
          </p:cNvPr>
          <p:cNvSpPr txBox="1"/>
          <p:nvPr/>
        </p:nvSpPr>
        <p:spPr>
          <a:xfrm>
            <a:off x="646135" y="2832464"/>
            <a:ext cx="7342020" cy="553998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defPPr>
              <a:defRPr lang="en-US"/>
            </a:defPPr>
            <a:lvl1pPr algn="ctr">
              <a:defRPr sz="5400" b="1">
                <a:latin typeface="SpoqaHanSans-Regular" panose="020B0500000000000000" pitchFamily="50" charset="-127"/>
                <a:ea typeface="SpoqaHanSans-Regular" panose="020B0500000000000000" pitchFamily="50" charset="-127"/>
              </a:defRPr>
            </a:lvl1pPr>
          </a:lstStyle>
          <a:p>
            <a:pPr algn="l"/>
            <a:r>
              <a:rPr lang="ko-KR" altLang="en-US" sz="3600" spc="-3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접근성 </a:t>
            </a:r>
            <a:r>
              <a:rPr lang="en-US" altLang="ko-KR" sz="3600" spc="-3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1</a:t>
            </a:r>
            <a:r>
              <a:rPr lang="ko-KR" altLang="en-US" sz="3600" spc="-3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차 진단 보고서</a:t>
            </a:r>
            <a:r>
              <a:rPr lang="en-US" altLang="ko-KR" sz="3600" spc="-3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(</a:t>
            </a:r>
            <a:r>
              <a:rPr lang="ko-KR" altLang="en-US" sz="3600" spc="-3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국문 </a:t>
            </a:r>
            <a:r>
              <a:rPr lang="en-US" altLang="ko-KR" sz="3600" spc="-3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Mobile)</a:t>
            </a:r>
            <a:endParaRPr lang="ko-KR" altLang="en-US" sz="3600" spc="-3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F57DC9-C93A-4186-A70B-EE25477B45C9}"/>
              </a:ext>
            </a:extLst>
          </p:cNvPr>
          <p:cNvSpPr txBox="1"/>
          <p:nvPr/>
        </p:nvSpPr>
        <p:spPr>
          <a:xfrm>
            <a:off x="646135" y="3978603"/>
            <a:ext cx="3189216" cy="569387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defPPr>
              <a:defRPr lang="en-US"/>
            </a:defPPr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SpoqaHanSans-Regular" panose="020B0500000000000000" pitchFamily="50" charset="-127"/>
                <a:ea typeface="SpoqaHanSans-Regular" panose="020B0500000000000000" pitchFamily="50" charset="-127"/>
              </a:defRPr>
            </a:lvl1pPr>
          </a:lstStyle>
          <a:p>
            <a:pPr>
              <a:spcAft>
                <a:spcPts val="600"/>
              </a:spcAft>
            </a:pPr>
            <a:r>
              <a:rPr lang="en-US" altLang="ko-KR" sz="1600" dirty="0">
                <a:latin typeface="+mn-ea"/>
                <a:ea typeface="+mn-ea"/>
              </a:rPr>
              <a:t>2025</a:t>
            </a:r>
            <a:r>
              <a:rPr lang="ko-KR" altLang="en-US" sz="1600" dirty="0">
                <a:latin typeface="+mn-ea"/>
                <a:ea typeface="+mn-ea"/>
              </a:rPr>
              <a:t>년 </a:t>
            </a:r>
            <a:r>
              <a:rPr lang="en-US" altLang="ko-KR" sz="1600" dirty="0">
                <a:latin typeface="+mn-ea"/>
                <a:ea typeface="+mn-ea"/>
              </a:rPr>
              <a:t>0</a:t>
            </a:r>
            <a:r>
              <a:rPr lang="ko-KR" altLang="en-US" sz="1600" dirty="0">
                <a:latin typeface="+mn-ea"/>
                <a:ea typeface="+mn-ea"/>
              </a:rPr>
              <a:t>월 </a:t>
            </a:r>
            <a:r>
              <a:rPr lang="en-US" altLang="ko-KR" sz="1600" dirty="0">
                <a:latin typeface="+mn-ea"/>
                <a:ea typeface="+mn-ea"/>
              </a:rPr>
              <a:t>0</a:t>
            </a:r>
            <a:r>
              <a:rPr lang="ko-KR" altLang="en-US" sz="1600" dirty="0">
                <a:latin typeface="+mn-ea"/>
                <a:ea typeface="+mn-ea"/>
              </a:rPr>
              <a:t>일</a:t>
            </a:r>
            <a:endParaRPr lang="en-US" altLang="ko-KR" sz="1600" dirty="0">
              <a:latin typeface="+mn-ea"/>
              <a:ea typeface="+mn-ea"/>
            </a:endParaRPr>
          </a:p>
          <a:p>
            <a:pPr>
              <a:spcAft>
                <a:spcPts val="600"/>
              </a:spcAft>
            </a:pPr>
            <a:r>
              <a:rPr lang="en-US" altLang="ko-KR" sz="1600" dirty="0">
                <a:latin typeface="+mn-ea"/>
                <a:ea typeface="+mn-ea"/>
              </a:rPr>
              <a:t>(</a:t>
            </a:r>
            <a:r>
              <a:rPr lang="ko-KR" altLang="en-US" sz="1600" dirty="0">
                <a:latin typeface="+mn-ea"/>
                <a:ea typeface="+mn-ea"/>
              </a:rPr>
              <a:t>주</a:t>
            </a:r>
            <a:r>
              <a:rPr lang="en-US" altLang="ko-KR" sz="1600" dirty="0">
                <a:latin typeface="+mn-ea"/>
                <a:ea typeface="+mn-ea"/>
              </a:rPr>
              <a:t>)</a:t>
            </a:r>
            <a:r>
              <a:rPr lang="ko-KR" altLang="en-US" sz="1600" dirty="0" err="1">
                <a:latin typeface="+mn-ea"/>
                <a:ea typeface="+mn-ea"/>
              </a:rPr>
              <a:t>에스앤씨랩</a:t>
            </a:r>
            <a:endParaRPr lang="ko-KR" altLang="en-US" sz="1600" dirty="0">
              <a:latin typeface="+mn-ea"/>
              <a:ea typeface="+mn-ea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A20E06FD-0F62-437B-8C74-48CDEDB646D7}"/>
              </a:ext>
            </a:extLst>
          </p:cNvPr>
          <p:cNvGrpSpPr/>
          <p:nvPr/>
        </p:nvGrpSpPr>
        <p:grpSpPr>
          <a:xfrm>
            <a:off x="5942298" y="5931401"/>
            <a:ext cx="3336208" cy="307777"/>
            <a:chOff x="5201082" y="6192270"/>
            <a:chExt cx="3336208" cy="307777"/>
          </a:xfrm>
        </p:grpSpPr>
        <p:pic>
          <p:nvPicPr>
            <p:cNvPr id="13" name="Picture 2" descr="C:\Users\sunnext\Desktop\세미폴더\SNCLAB최종로고수정\로고수정.png">
              <a:extLst>
                <a:ext uri="{FF2B5EF4-FFF2-40B4-BE49-F238E27FC236}">
                  <a16:creationId xmlns:a16="http://schemas.microsoft.com/office/drawing/2014/main" id="{43E613D0-E636-4973-A297-956141759F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7611257" y="6218452"/>
              <a:ext cx="926033" cy="254837"/>
            </a:xfrm>
            <a:prstGeom prst="rect">
              <a:avLst/>
            </a:prstGeom>
            <a:noFill/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A67A4BD-564E-449D-9C8B-772C40A104DD}"/>
                </a:ext>
              </a:extLst>
            </p:cNvPr>
            <p:cNvSpPr txBox="1"/>
            <p:nvPr/>
          </p:nvSpPr>
          <p:spPr>
            <a:xfrm>
              <a:off x="5201082" y="6192270"/>
              <a:ext cx="2143993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1000">
                  <a:solidFill>
                    <a:schemeClr val="tx1">
                      <a:alpha val="45000"/>
                    </a:schemeClr>
                  </a:solidFill>
                  <a:latin typeface="+mn-ea"/>
                </a:rPr>
                <a:t>Smart &amp; Creative Thinking </a:t>
              </a:r>
            </a:p>
            <a:p>
              <a:pPr algn="r"/>
              <a:r>
                <a:rPr lang="en-US" altLang="ko-KR" sz="1000">
                  <a:solidFill>
                    <a:schemeClr val="tx1">
                      <a:alpha val="45000"/>
                    </a:schemeClr>
                  </a:solidFill>
                  <a:latin typeface="+mn-ea"/>
                </a:rPr>
                <a:t>User Experience Technology</a:t>
              </a:r>
              <a:endParaRPr lang="ko-KR" altLang="en-US" sz="1000">
                <a:solidFill>
                  <a:schemeClr val="tx1">
                    <a:alpha val="45000"/>
                  </a:schemeClr>
                </a:solidFill>
                <a:latin typeface="+mn-ea"/>
              </a:endParaRPr>
            </a:p>
          </p:txBody>
        </p: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9094B408-539A-4526-80E3-E3E149B3AAE6}"/>
                </a:ext>
              </a:extLst>
            </p:cNvPr>
            <p:cNvCxnSpPr/>
            <p:nvPr/>
          </p:nvCxnSpPr>
          <p:spPr>
            <a:xfrm>
              <a:off x="7492138" y="6228552"/>
              <a:ext cx="0" cy="227108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" name="그림 3">
            <a:extLst>
              <a:ext uri="{FF2B5EF4-FFF2-40B4-BE49-F238E27FC236}">
                <a16:creationId xmlns:a16="http://schemas.microsoft.com/office/drawing/2014/main" id="{80E9F1A3-5F40-4FF4-BF6C-54597A1EED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135" y="1032438"/>
            <a:ext cx="1714500" cy="41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0900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32;p1">
            <a:extLst>
              <a:ext uri="{FF2B5EF4-FFF2-40B4-BE49-F238E27FC236}">
                <a16:creationId xmlns:a16="http://schemas.microsoft.com/office/drawing/2014/main" id="{2DE3EE04-BB26-461A-BF55-753FDF343DEF}"/>
              </a:ext>
            </a:extLst>
          </p:cNvPr>
          <p:cNvSpPr txBox="1"/>
          <p:nvPr/>
        </p:nvSpPr>
        <p:spPr>
          <a:xfrm>
            <a:off x="646135" y="661265"/>
            <a:ext cx="8628040" cy="307777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defPPr>
              <a:defRPr lang="en-US"/>
            </a:defPPr>
            <a:lvl1pPr algn="ctr">
              <a:defRPr sz="5400" b="1">
                <a:latin typeface="SpoqaHanSans-Regular" panose="020B0500000000000000" pitchFamily="50" charset="-127"/>
                <a:ea typeface="SpoqaHanSans-Regular" panose="020B0500000000000000" pitchFamily="50" charset="-127"/>
              </a:defRPr>
            </a:lvl1pPr>
          </a:lstStyle>
          <a:p>
            <a:r>
              <a:rPr lang="ko-KR" alt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문서 변경 이력</a:t>
            </a:r>
          </a:p>
        </p:txBody>
      </p:sp>
      <p:graphicFrame>
        <p:nvGraphicFramePr>
          <p:cNvPr id="7" name="표 7">
            <a:extLst>
              <a:ext uri="{FF2B5EF4-FFF2-40B4-BE49-F238E27FC236}">
                <a16:creationId xmlns:a16="http://schemas.microsoft.com/office/drawing/2014/main" id="{978119AB-B35B-4D30-BA38-8140FAF453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9866615"/>
              </p:ext>
            </p:extLst>
          </p:nvPr>
        </p:nvGraphicFramePr>
        <p:xfrm>
          <a:off x="631825" y="1335733"/>
          <a:ext cx="8642352" cy="4820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30008">
                  <a:extLst>
                    <a:ext uri="{9D8B030D-6E8A-4147-A177-3AD203B41FA5}">
                      <a16:colId xmlns:a16="http://schemas.microsoft.com/office/drawing/2014/main" val="1098485032"/>
                    </a:ext>
                  </a:extLst>
                </a:gridCol>
                <a:gridCol w="1330008">
                  <a:extLst>
                    <a:ext uri="{9D8B030D-6E8A-4147-A177-3AD203B41FA5}">
                      <a16:colId xmlns:a16="http://schemas.microsoft.com/office/drawing/2014/main" val="2528953290"/>
                    </a:ext>
                  </a:extLst>
                </a:gridCol>
                <a:gridCol w="3990108">
                  <a:extLst>
                    <a:ext uri="{9D8B030D-6E8A-4147-A177-3AD203B41FA5}">
                      <a16:colId xmlns:a16="http://schemas.microsoft.com/office/drawing/2014/main" val="830826969"/>
                    </a:ext>
                  </a:extLst>
                </a:gridCol>
                <a:gridCol w="996114">
                  <a:extLst>
                    <a:ext uri="{9D8B030D-6E8A-4147-A177-3AD203B41FA5}">
                      <a16:colId xmlns:a16="http://schemas.microsoft.com/office/drawing/2014/main" val="2685032361"/>
                    </a:ext>
                  </a:extLst>
                </a:gridCol>
                <a:gridCol w="996114">
                  <a:extLst>
                    <a:ext uri="{9D8B030D-6E8A-4147-A177-3AD203B41FA5}">
                      <a16:colId xmlns:a16="http://schemas.microsoft.com/office/drawing/2014/main" val="18844654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/>
                        <a:t>버전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/>
                        <a:t>변경일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/>
                        <a:t>변경 내용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/>
                        <a:t>작성자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/>
                        <a:t>승인자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1967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1.0</a:t>
                      </a:r>
                      <a:endParaRPr lang="ko-KR" altLang="en-US" sz="120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2025.00.00.</a:t>
                      </a:r>
                      <a:endParaRPr lang="ko-KR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/>
                        <a:t>최초 작성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유예나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/>
                        <a:t>김명호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82954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78548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11554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28166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36378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4572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99874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69204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92169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12126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96186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7699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66766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77;p4">
            <a:extLst>
              <a:ext uri="{FF2B5EF4-FFF2-40B4-BE49-F238E27FC236}">
                <a16:creationId xmlns:a16="http://schemas.microsoft.com/office/drawing/2014/main" id="{44F0D469-BD89-4FEE-85D3-862CFE6E82FA}"/>
              </a:ext>
            </a:extLst>
          </p:cNvPr>
          <p:cNvSpPr/>
          <p:nvPr/>
        </p:nvSpPr>
        <p:spPr>
          <a:xfrm>
            <a:off x="1382067" y="1090255"/>
            <a:ext cx="587693" cy="58769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altLang="ko-KR" sz="2200">
                <a:solidFill>
                  <a:schemeClr val="tx2"/>
                </a:solidFill>
                <a:latin typeface="+mj-ea"/>
                <a:ea typeface="+mj-ea"/>
              </a:rPr>
              <a:t>Ⅰ</a:t>
            </a:r>
            <a:endParaRPr sz="2200">
              <a:solidFill>
                <a:schemeClr val="tx2"/>
              </a:solidFill>
              <a:latin typeface="+mj-ea"/>
              <a:ea typeface="+mj-ea"/>
              <a:sym typeface="Arial"/>
            </a:endParaRPr>
          </a:p>
        </p:txBody>
      </p:sp>
      <p:sp>
        <p:nvSpPr>
          <p:cNvPr id="4" name="Google Shape;78;p4">
            <a:extLst>
              <a:ext uri="{FF2B5EF4-FFF2-40B4-BE49-F238E27FC236}">
                <a16:creationId xmlns:a16="http://schemas.microsoft.com/office/drawing/2014/main" id="{FEC4E9F8-9F54-4403-818E-7B2AA489689F}"/>
              </a:ext>
            </a:extLst>
          </p:cNvPr>
          <p:cNvSpPr txBox="1"/>
          <p:nvPr/>
        </p:nvSpPr>
        <p:spPr>
          <a:xfrm>
            <a:off x="2159000" y="1128068"/>
            <a:ext cx="5394425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ko-KR" altLang="en-US" sz="2800" b="1">
                <a:solidFill>
                  <a:schemeClr val="lt1"/>
                </a:solidFill>
                <a:latin typeface="+mn-ea"/>
                <a:sym typeface="Arial"/>
              </a:rPr>
              <a:t>개요</a:t>
            </a:r>
            <a:endParaRPr b="1"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7B09DC-00E1-488A-95EB-DE5320F5DD89}"/>
              </a:ext>
            </a:extLst>
          </p:cNvPr>
          <p:cNvSpPr txBox="1"/>
          <p:nvPr/>
        </p:nvSpPr>
        <p:spPr>
          <a:xfrm>
            <a:off x="2159001" y="2184851"/>
            <a:ext cx="1548501" cy="1708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60000" indent="-360000">
              <a:spcAft>
                <a:spcPts val="1000"/>
              </a:spcAft>
              <a:buFont typeface="+mj-lt"/>
              <a:buAutoNum type="arabicPeriod"/>
            </a:pPr>
            <a:r>
              <a:rPr lang="ko-KR" altLang="en-US" sz="2000">
                <a:solidFill>
                  <a:schemeClr val="bg1">
                    <a:lumMod val="95000"/>
                  </a:schemeClr>
                </a:solidFill>
              </a:rPr>
              <a:t>진단 개요</a:t>
            </a:r>
            <a:endParaRPr lang="en-US" altLang="ko-KR" sz="2000">
              <a:solidFill>
                <a:schemeClr val="bg1">
                  <a:lumMod val="95000"/>
                </a:schemeClr>
              </a:solidFill>
            </a:endParaRPr>
          </a:p>
          <a:p>
            <a:pPr marL="360000" indent="-360000">
              <a:spcAft>
                <a:spcPts val="1000"/>
              </a:spcAft>
              <a:buFont typeface="+mj-lt"/>
              <a:buAutoNum type="arabicPeriod"/>
            </a:pPr>
            <a:r>
              <a:rPr lang="ko-KR" altLang="en-US" sz="2000">
                <a:solidFill>
                  <a:schemeClr val="bg1">
                    <a:lumMod val="95000"/>
                  </a:schemeClr>
                </a:solidFill>
              </a:rPr>
              <a:t>진단 기준</a:t>
            </a:r>
            <a:endParaRPr lang="en-US" altLang="ko-KR" sz="2000">
              <a:solidFill>
                <a:schemeClr val="bg1">
                  <a:lumMod val="95000"/>
                </a:schemeClr>
              </a:solidFill>
            </a:endParaRPr>
          </a:p>
          <a:p>
            <a:pPr marL="360000" indent="-360000">
              <a:spcAft>
                <a:spcPts val="1000"/>
              </a:spcAft>
              <a:buFont typeface="+mj-lt"/>
              <a:buAutoNum type="arabicPeriod"/>
            </a:pPr>
            <a:r>
              <a:rPr lang="ko-KR" altLang="en-US" sz="2000">
                <a:solidFill>
                  <a:schemeClr val="bg1">
                    <a:lumMod val="95000"/>
                  </a:schemeClr>
                </a:solidFill>
              </a:rPr>
              <a:t>진단 방법</a:t>
            </a:r>
            <a:endParaRPr lang="en-US" altLang="ko-KR" sz="2000">
              <a:solidFill>
                <a:schemeClr val="bg1">
                  <a:lumMod val="95000"/>
                </a:schemeClr>
              </a:solidFill>
            </a:endParaRPr>
          </a:p>
          <a:p>
            <a:pPr marL="360000" indent="-360000">
              <a:spcAft>
                <a:spcPts val="1000"/>
              </a:spcAft>
              <a:buFont typeface="+mj-lt"/>
              <a:buAutoNum type="arabicPeriod"/>
            </a:pPr>
            <a:endParaRPr lang="en-US" altLang="ko-KR" sz="200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40455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13DA834D-A0F8-47B9-A105-974E6446F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latin typeface="+mn-lt"/>
              </a:rPr>
              <a:t>1. </a:t>
            </a:r>
            <a:r>
              <a:rPr lang="ko-KR" altLang="en-US">
                <a:latin typeface="+mn-lt"/>
              </a:rPr>
              <a:t>진단 개요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86D2088E-D977-4413-8720-4EC7EB1E04E5}"/>
              </a:ext>
            </a:extLst>
          </p:cNvPr>
          <p:cNvGrpSpPr/>
          <p:nvPr/>
        </p:nvGrpSpPr>
        <p:grpSpPr>
          <a:xfrm>
            <a:off x="429000" y="1080189"/>
            <a:ext cx="9059931" cy="892891"/>
            <a:chOff x="429000" y="1004507"/>
            <a:chExt cx="9059931" cy="892891"/>
          </a:xfrm>
        </p:grpSpPr>
        <p:sp>
          <p:nvSpPr>
            <p:cNvPr id="6" name="텍스트 개체 틀 16">
              <a:extLst>
                <a:ext uri="{FF2B5EF4-FFF2-40B4-BE49-F238E27FC236}">
                  <a16:creationId xmlns:a16="http://schemas.microsoft.com/office/drawing/2014/main" id="{DEC948E3-FBF5-45EE-B6C5-B3EBDB6CD957}"/>
                </a:ext>
              </a:extLst>
            </p:cNvPr>
            <p:cNvSpPr txBox="1">
              <a:spLocks/>
            </p:cNvSpPr>
            <p:nvPr/>
          </p:nvSpPr>
          <p:spPr>
            <a:xfrm>
              <a:off x="429000" y="1349216"/>
              <a:ext cx="9059931" cy="548182"/>
            </a:xfrm>
            <a:prstGeom prst="rect">
              <a:avLst/>
            </a:prstGeom>
            <a:solidFill>
              <a:srgbClr val="F0F2F5"/>
            </a:solidFill>
            <a:ln>
              <a:noFill/>
            </a:ln>
          </p:spPr>
          <p:txBody>
            <a:bodyPr wrap="square" lIns="252000" tIns="180000" rIns="252000" bIns="180000" anchor="t">
              <a:sp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100" b="1" kern="1200" spc="-20" baseline="0">
                  <a:solidFill>
                    <a:schemeClr val="tx1">
                      <a:lumMod val="50000"/>
                    </a:schemeClr>
                  </a:solidFill>
                  <a:latin typeface="SpoqaHanSans-Regular" panose="020B0500000000000000" pitchFamily="50" charset="-127"/>
                  <a:ea typeface="SpoqaHanSans-Regular" panose="020B0500000000000000" pitchFamily="50" charset="-127"/>
                  <a:cs typeface="+mn-cs"/>
                </a:defRPr>
              </a:lvl1pPr>
              <a:lvl2pPr marL="342900" indent="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indent="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1450" indent="-17145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ko-KR" altLang="en-US" sz="1200" b="0" dirty="0">
                  <a:latin typeface="+mn-lt"/>
                  <a:ea typeface="+mn-ea"/>
                </a:rPr>
                <a:t>한국예탁결제원</a:t>
              </a:r>
              <a:r>
                <a:rPr lang="en-US" altLang="ko-KR" sz="1200" b="0" dirty="0">
                  <a:latin typeface="+mn-lt"/>
                  <a:ea typeface="+mn-ea"/>
                </a:rPr>
                <a:t> </a:t>
              </a:r>
              <a:r>
                <a:rPr lang="ko-KR" altLang="en-US" sz="1200" b="0" dirty="0">
                  <a:latin typeface="+mn-lt"/>
                  <a:ea typeface="+mn-ea"/>
                </a:rPr>
                <a:t>국문 웹사이트</a:t>
              </a:r>
              <a:r>
                <a:rPr lang="en-US" altLang="ko-KR" sz="1200" b="0" dirty="0">
                  <a:latin typeface="+mn-lt"/>
                  <a:ea typeface="+mn-ea"/>
                </a:rPr>
                <a:t> </a:t>
              </a:r>
              <a:r>
                <a:rPr lang="ko-KR" altLang="en-US" sz="1200" b="0" dirty="0">
                  <a:latin typeface="+mn-lt"/>
                  <a:ea typeface="+mn-ea"/>
                </a:rPr>
                <a:t>모바일 웹</a:t>
              </a:r>
              <a:r>
                <a:rPr lang="en-US" altLang="ko-KR" sz="1200" b="0" dirty="0">
                  <a:latin typeface="+mn-lt"/>
                  <a:ea typeface="+mn-ea"/>
                </a:rPr>
                <a:t>(https://www.ksd.or.kr/ko)</a:t>
              </a:r>
            </a:p>
          </p:txBody>
        </p:sp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9715D6B3-AA0C-4681-97DB-742E3B978D2D}"/>
                </a:ext>
              </a:extLst>
            </p:cNvPr>
            <p:cNvGrpSpPr/>
            <p:nvPr/>
          </p:nvGrpSpPr>
          <p:grpSpPr>
            <a:xfrm>
              <a:off x="435868" y="1004507"/>
              <a:ext cx="9052687" cy="288000"/>
              <a:chOff x="430127" y="2729103"/>
              <a:chExt cx="9052687" cy="288000"/>
            </a:xfrm>
          </p:grpSpPr>
          <p:sp>
            <p:nvSpPr>
              <p:cNvPr id="13" name="텍스트 개체 틀 16">
                <a:extLst>
                  <a:ext uri="{FF2B5EF4-FFF2-40B4-BE49-F238E27FC236}">
                    <a16:creationId xmlns:a16="http://schemas.microsoft.com/office/drawing/2014/main" id="{5B18CB72-C004-4346-9B0D-5FDA942AA97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62814" y="2729103"/>
                <a:ext cx="8820000" cy="288000"/>
              </a:xfrm>
              <a:prstGeom prst="rect">
                <a:avLst/>
              </a:prstGeom>
            </p:spPr>
            <p:txBody>
              <a:bodyPr wrap="square" lIns="0" tIns="36000" rIns="0" bIns="36000" anchor="ctr">
                <a:spAutoFit/>
              </a:bodyPr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sz="1100" b="1" kern="1200" spc="-20" baseline="0">
                    <a:solidFill>
                      <a:schemeClr val="tx1">
                        <a:lumMod val="50000"/>
                      </a:schemeClr>
                    </a:solidFill>
                    <a:latin typeface="SpoqaHanSans-Regular" panose="020B0500000000000000" pitchFamily="50" charset="-127"/>
                    <a:ea typeface="SpoqaHanSans-Regular" panose="020B0500000000000000" pitchFamily="50" charset="-127"/>
                    <a:cs typeface="+mn-cs"/>
                  </a:defRPr>
                </a:lvl1pPr>
                <a:lvl2pPr marL="342900" indent="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indent="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indent="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ko-KR" altLang="en-US" sz="1400">
                    <a:latin typeface="+mn-lt"/>
                    <a:ea typeface="+mn-ea"/>
                  </a:rPr>
                  <a:t>진단 대상</a:t>
                </a:r>
              </a:p>
            </p:txBody>
          </p:sp>
          <p:sp>
            <p:nvSpPr>
              <p:cNvPr id="14" name="원형: 비어 있음 13">
                <a:extLst>
                  <a:ext uri="{FF2B5EF4-FFF2-40B4-BE49-F238E27FC236}">
                    <a16:creationId xmlns:a16="http://schemas.microsoft.com/office/drawing/2014/main" id="{AC0EA6BA-269A-4339-8AB9-56B4F237673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30127" y="2793903"/>
                <a:ext cx="158400" cy="158400"/>
              </a:xfrm>
              <a:prstGeom prst="donut">
                <a:avLst>
                  <a:gd name="adj" fmla="val 26569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661359AE-04CA-4C4E-93FB-04C024F975AB}"/>
              </a:ext>
            </a:extLst>
          </p:cNvPr>
          <p:cNvGrpSpPr/>
          <p:nvPr/>
        </p:nvGrpSpPr>
        <p:grpSpPr>
          <a:xfrm>
            <a:off x="415925" y="2349000"/>
            <a:ext cx="9059931" cy="892891"/>
            <a:chOff x="429000" y="1004507"/>
            <a:chExt cx="9059931" cy="892891"/>
          </a:xfrm>
        </p:grpSpPr>
        <p:sp>
          <p:nvSpPr>
            <p:cNvPr id="19" name="텍스트 개체 틀 16">
              <a:extLst>
                <a:ext uri="{FF2B5EF4-FFF2-40B4-BE49-F238E27FC236}">
                  <a16:creationId xmlns:a16="http://schemas.microsoft.com/office/drawing/2014/main" id="{49EB61F0-5091-4064-AF83-C21077B61AEB}"/>
                </a:ext>
              </a:extLst>
            </p:cNvPr>
            <p:cNvSpPr txBox="1">
              <a:spLocks/>
            </p:cNvSpPr>
            <p:nvPr/>
          </p:nvSpPr>
          <p:spPr>
            <a:xfrm>
              <a:off x="429000" y="1349216"/>
              <a:ext cx="9059931" cy="548182"/>
            </a:xfrm>
            <a:prstGeom prst="rect">
              <a:avLst/>
            </a:prstGeom>
            <a:solidFill>
              <a:srgbClr val="F0F2F5"/>
            </a:solidFill>
            <a:ln>
              <a:noFill/>
            </a:ln>
          </p:spPr>
          <p:txBody>
            <a:bodyPr wrap="square" lIns="252000" tIns="180000" rIns="252000" bIns="180000" anchor="t">
              <a:sp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100" b="1" kern="1200" spc="-20" baseline="0">
                  <a:solidFill>
                    <a:schemeClr val="tx1">
                      <a:lumMod val="50000"/>
                    </a:schemeClr>
                  </a:solidFill>
                  <a:latin typeface="SpoqaHanSans-Regular" panose="020B0500000000000000" pitchFamily="50" charset="-127"/>
                  <a:ea typeface="SpoqaHanSans-Regular" panose="020B0500000000000000" pitchFamily="50" charset="-127"/>
                  <a:cs typeface="+mn-cs"/>
                </a:defRPr>
              </a:lvl1pPr>
              <a:lvl2pPr marL="342900" indent="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indent="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1450" indent="-17145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altLang="ko-KR" sz="1200" b="0" dirty="0">
                  <a:latin typeface="+mn-lt"/>
                  <a:ea typeface="+mn-ea"/>
                </a:rPr>
                <a:t>2025</a:t>
              </a:r>
              <a:r>
                <a:rPr lang="ko-KR" altLang="en-US" sz="1200" b="0" dirty="0">
                  <a:latin typeface="+mn-lt"/>
                  <a:ea typeface="+mn-ea"/>
                </a:rPr>
                <a:t>년 </a:t>
              </a:r>
              <a:r>
                <a:rPr lang="en-US" altLang="ko-KR" sz="1200" b="0" dirty="0">
                  <a:latin typeface="+mn-lt"/>
                  <a:ea typeface="+mn-ea"/>
                </a:rPr>
                <a:t>0</a:t>
              </a:r>
              <a:r>
                <a:rPr lang="ko-KR" altLang="en-US" sz="1200" b="0" dirty="0">
                  <a:latin typeface="+mn-lt"/>
                  <a:ea typeface="+mn-ea"/>
                </a:rPr>
                <a:t>월 </a:t>
              </a:r>
              <a:r>
                <a:rPr lang="en-US" altLang="ko-KR" sz="1200" b="0" dirty="0">
                  <a:latin typeface="+mn-lt"/>
                  <a:ea typeface="+mn-ea"/>
                </a:rPr>
                <a:t>0</a:t>
              </a:r>
              <a:r>
                <a:rPr lang="ko-KR" altLang="en-US" sz="1200" b="0" dirty="0">
                  <a:latin typeface="+mn-lt"/>
                  <a:ea typeface="+mn-ea"/>
                </a:rPr>
                <a:t>일 </a:t>
              </a:r>
              <a:r>
                <a:rPr lang="en-US" altLang="ko-KR" sz="1200" b="0" dirty="0">
                  <a:latin typeface="+mn-lt"/>
                  <a:ea typeface="+mn-ea"/>
                </a:rPr>
                <a:t>~ 0</a:t>
              </a:r>
              <a:r>
                <a:rPr lang="ko-KR" altLang="en-US" sz="1200" b="0" dirty="0">
                  <a:latin typeface="+mn-lt"/>
                  <a:ea typeface="+mn-ea"/>
                </a:rPr>
                <a:t>월 </a:t>
              </a:r>
              <a:r>
                <a:rPr lang="en-US" altLang="ko-KR" sz="1200" b="0" dirty="0">
                  <a:latin typeface="+mn-lt"/>
                  <a:ea typeface="+mn-ea"/>
                </a:rPr>
                <a:t>0</a:t>
              </a:r>
              <a:r>
                <a:rPr lang="ko-KR" altLang="en-US" sz="1200" b="0" dirty="0">
                  <a:latin typeface="+mn-lt"/>
                  <a:ea typeface="+mn-ea"/>
                </a:rPr>
                <a:t>일</a:t>
              </a:r>
              <a:endParaRPr lang="en-US" altLang="ko-KR" sz="1200" b="0" dirty="0">
                <a:latin typeface="+mn-lt"/>
                <a:ea typeface="+mn-ea"/>
              </a:endParaRPr>
            </a:p>
          </p:txBody>
        </p: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ED16BE54-C13A-4A10-A2E9-486F6FC8BCAE}"/>
                </a:ext>
              </a:extLst>
            </p:cNvPr>
            <p:cNvGrpSpPr/>
            <p:nvPr/>
          </p:nvGrpSpPr>
          <p:grpSpPr>
            <a:xfrm>
              <a:off x="435868" y="1004507"/>
              <a:ext cx="9052687" cy="288000"/>
              <a:chOff x="430127" y="2729103"/>
              <a:chExt cx="9052687" cy="288000"/>
            </a:xfrm>
          </p:grpSpPr>
          <p:sp>
            <p:nvSpPr>
              <p:cNvPr id="21" name="텍스트 개체 틀 16">
                <a:extLst>
                  <a:ext uri="{FF2B5EF4-FFF2-40B4-BE49-F238E27FC236}">
                    <a16:creationId xmlns:a16="http://schemas.microsoft.com/office/drawing/2014/main" id="{8C9C35D8-FBEE-481B-A172-4FCE7A15DD0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62814" y="2729103"/>
                <a:ext cx="8820000" cy="288000"/>
              </a:xfrm>
              <a:prstGeom prst="rect">
                <a:avLst/>
              </a:prstGeom>
            </p:spPr>
            <p:txBody>
              <a:bodyPr wrap="square" lIns="0" tIns="36000" rIns="0" bIns="36000" anchor="ctr">
                <a:spAutoFit/>
              </a:bodyPr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sz="1100" b="1" kern="1200" spc="-20" baseline="0">
                    <a:solidFill>
                      <a:schemeClr val="tx1">
                        <a:lumMod val="50000"/>
                      </a:schemeClr>
                    </a:solidFill>
                    <a:latin typeface="SpoqaHanSans-Regular" panose="020B0500000000000000" pitchFamily="50" charset="-127"/>
                    <a:ea typeface="SpoqaHanSans-Regular" panose="020B0500000000000000" pitchFamily="50" charset="-127"/>
                    <a:cs typeface="+mn-cs"/>
                  </a:defRPr>
                </a:lvl1pPr>
                <a:lvl2pPr marL="342900" indent="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indent="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indent="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ko-KR" altLang="en-US" sz="1400">
                    <a:latin typeface="+mn-lt"/>
                    <a:ea typeface="+mn-ea"/>
                  </a:rPr>
                  <a:t>진단 기간</a:t>
                </a:r>
              </a:p>
            </p:txBody>
          </p:sp>
          <p:sp>
            <p:nvSpPr>
              <p:cNvPr id="22" name="원형: 비어 있음 21">
                <a:extLst>
                  <a:ext uri="{FF2B5EF4-FFF2-40B4-BE49-F238E27FC236}">
                    <a16:creationId xmlns:a16="http://schemas.microsoft.com/office/drawing/2014/main" id="{13AA968E-CA76-4F60-BED5-04507F761D0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30127" y="2793903"/>
                <a:ext cx="158400" cy="158400"/>
              </a:xfrm>
              <a:prstGeom prst="donut">
                <a:avLst>
                  <a:gd name="adj" fmla="val 26569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6062F352-6EAB-4B10-AEEA-76730ECB3316}"/>
              </a:ext>
            </a:extLst>
          </p:cNvPr>
          <p:cNvGrpSpPr/>
          <p:nvPr/>
        </p:nvGrpSpPr>
        <p:grpSpPr>
          <a:xfrm>
            <a:off x="423034" y="3614006"/>
            <a:ext cx="9059931" cy="1523833"/>
            <a:chOff x="429000" y="1004507"/>
            <a:chExt cx="9059931" cy="1523833"/>
          </a:xfrm>
        </p:grpSpPr>
        <p:sp>
          <p:nvSpPr>
            <p:cNvPr id="24" name="텍스트 개체 틀 16">
              <a:extLst>
                <a:ext uri="{FF2B5EF4-FFF2-40B4-BE49-F238E27FC236}">
                  <a16:creationId xmlns:a16="http://schemas.microsoft.com/office/drawing/2014/main" id="{9B295392-FB91-4594-8D67-2C3EFB13B1D7}"/>
                </a:ext>
              </a:extLst>
            </p:cNvPr>
            <p:cNvSpPr txBox="1">
              <a:spLocks/>
            </p:cNvSpPr>
            <p:nvPr/>
          </p:nvSpPr>
          <p:spPr>
            <a:xfrm>
              <a:off x="429000" y="1349216"/>
              <a:ext cx="9059931" cy="1179124"/>
            </a:xfrm>
            <a:prstGeom prst="rect">
              <a:avLst/>
            </a:prstGeom>
            <a:solidFill>
              <a:srgbClr val="F0F2F5"/>
            </a:solidFill>
            <a:ln>
              <a:noFill/>
            </a:ln>
          </p:spPr>
          <p:txBody>
            <a:bodyPr wrap="square" lIns="252000" tIns="180000" rIns="252000" bIns="180000" anchor="t">
              <a:sp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100" b="1" kern="1200" spc="-20" baseline="0">
                  <a:solidFill>
                    <a:schemeClr val="tx1">
                      <a:lumMod val="50000"/>
                    </a:schemeClr>
                  </a:solidFill>
                  <a:latin typeface="SpoqaHanSans-Regular" panose="020B0500000000000000" pitchFamily="50" charset="-127"/>
                  <a:ea typeface="SpoqaHanSans-Regular" panose="020B0500000000000000" pitchFamily="50" charset="-127"/>
                  <a:cs typeface="+mn-cs"/>
                </a:defRPr>
              </a:lvl1pPr>
              <a:lvl2pPr marL="342900" indent="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indent="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1450" indent="-17145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ko-KR" altLang="en-US" sz="1200" b="0" dirty="0">
                  <a:latin typeface="+mn-ea"/>
                  <a:ea typeface="+mn-ea"/>
                </a:rPr>
                <a:t>운영체제</a:t>
              </a:r>
              <a:r>
                <a:rPr lang="en-US" altLang="ko-KR" sz="1200" b="0" dirty="0">
                  <a:latin typeface="+mn-ea"/>
                  <a:ea typeface="+mn-ea"/>
                </a:rPr>
                <a:t>(OS)</a:t>
              </a:r>
              <a:br>
                <a:rPr lang="en-US" altLang="ko-KR" sz="1200" b="0" dirty="0">
                  <a:latin typeface="+mn-ea"/>
                  <a:ea typeface="+mn-ea"/>
                </a:rPr>
              </a:br>
              <a:r>
                <a:rPr lang="en-US" altLang="ko-KR" sz="1200" b="0" dirty="0">
                  <a:latin typeface="+mn-ea"/>
                  <a:ea typeface="+mn-ea"/>
                </a:rPr>
                <a:t>Android 14, iOS 17</a:t>
              </a:r>
            </a:p>
            <a:p>
              <a:pPr marL="171450" indent="-17145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ko-KR" altLang="en-US" sz="1200" b="0" dirty="0" err="1">
                  <a:latin typeface="+mn-ea"/>
                  <a:ea typeface="+mn-ea"/>
                </a:rPr>
                <a:t>웹브라우저</a:t>
              </a:r>
              <a:br>
                <a:rPr lang="en-US" altLang="ko-KR" sz="1200" b="0" dirty="0">
                  <a:latin typeface="+mn-ea"/>
                  <a:ea typeface="+mn-ea"/>
                </a:rPr>
              </a:br>
              <a:r>
                <a:rPr lang="en-US" altLang="ko-KR" sz="1200" b="0" dirty="0">
                  <a:latin typeface="+mn-ea"/>
                  <a:ea typeface="+mn-ea"/>
                </a:rPr>
                <a:t>Chrome(Android), Safari(iOS)</a:t>
              </a:r>
              <a:endParaRPr lang="en-US" altLang="ko-KR" sz="1050" b="0" dirty="0">
                <a:latin typeface="+mn-ea"/>
                <a:ea typeface="+mn-ea"/>
              </a:endParaRPr>
            </a:p>
          </p:txBody>
        </p:sp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DCEC2FF1-5C6A-486D-87B8-B6B0E53A7055}"/>
                </a:ext>
              </a:extLst>
            </p:cNvPr>
            <p:cNvGrpSpPr/>
            <p:nvPr/>
          </p:nvGrpSpPr>
          <p:grpSpPr>
            <a:xfrm>
              <a:off x="435868" y="1004507"/>
              <a:ext cx="9052687" cy="288000"/>
              <a:chOff x="430127" y="2729103"/>
              <a:chExt cx="9052687" cy="288000"/>
            </a:xfrm>
          </p:grpSpPr>
          <p:sp>
            <p:nvSpPr>
              <p:cNvPr id="26" name="텍스트 개체 틀 16">
                <a:extLst>
                  <a:ext uri="{FF2B5EF4-FFF2-40B4-BE49-F238E27FC236}">
                    <a16:creationId xmlns:a16="http://schemas.microsoft.com/office/drawing/2014/main" id="{EBE7DC4B-23FC-4141-93C3-54F2866DB6D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62814" y="2729103"/>
                <a:ext cx="8820000" cy="288000"/>
              </a:xfrm>
              <a:prstGeom prst="rect">
                <a:avLst/>
              </a:prstGeom>
            </p:spPr>
            <p:txBody>
              <a:bodyPr wrap="square" lIns="0" tIns="36000" rIns="0" bIns="36000" anchor="ctr">
                <a:spAutoFit/>
              </a:bodyPr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sz="1100" b="1" kern="1200" spc="-20" baseline="0">
                    <a:solidFill>
                      <a:schemeClr val="tx1">
                        <a:lumMod val="50000"/>
                      </a:schemeClr>
                    </a:solidFill>
                    <a:latin typeface="SpoqaHanSans-Regular" panose="020B0500000000000000" pitchFamily="50" charset="-127"/>
                    <a:ea typeface="SpoqaHanSans-Regular" panose="020B0500000000000000" pitchFamily="50" charset="-127"/>
                    <a:cs typeface="+mn-cs"/>
                  </a:defRPr>
                </a:lvl1pPr>
                <a:lvl2pPr marL="342900" indent="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indent="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indent="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ko-KR" altLang="en-US" sz="1400">
                    <a:latin typeface="+mn-lt"/>
                    <a:ea typeface="+mn-ea"/>
                  </a:rPr>
                  <a:t>진단 환경</a:t>
                </a:r>
              </a:p>
            </p:txBody>
          </p:sp>
          <p:sp>
            <p:nvSpPr>
              <p:cNvPr id="27" name="원형: 비어 있음 26">
                <a:extLst>
                  <a:ext uri="{FF2B5EF4-FFF2-40B4-BE49-F238E27FC236}">
                    <a16:creationId xmlns:a16="http://schemas.microsoft.com/office/drawing/2014/main" id="{CEE06776-D92C-4015-B4CB-D55B300F2C5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30127" y="2793903"/>
                <a:ext cx="158400" cy="158400"/>
              </a:xfrm>
              <a:prstGeom prst="donut">
                <a:avLst>
                  <a:gd name="adj" fmla="val 26569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6872661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13DA834D-A0F8-47B9-A105-974E6446F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2. </a:t>
            </a:r>
            <a:r>
              <a:rPr lang="ko-KR" altLang="en-US"/>
              <a:t>진단 기준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E20F56-C11E-4BEC-8244-ED762E5226AB}"/>
              </a:ext>
            </a:extLst>
          </p:cNvPr>
          <p:cNvSpPr txBox="1"/>
          <p:nvPr/>
        </p:nvSpPr>
        <p:spPr>
          <a:xfrm>
            <a:off x="423306" y="807388"/>
            <a:ext cx="9059931" cy="40818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2000"/>
              </a:lnSpc>
            </a:pPr>
            <a:r>
              <a:rPr lang="ko-KR" altLang="en-US" sz="1200">
                <a:latin typeface="+mn-ea"/>
              </a:rPr>
              <a:t>한국형 웹 콘텐츠 접근성 지침 </a:t>
            </a:r>
            <a:r>
              <a:rPr lang="en-US" altLang="ko-KR" sz="1200">
                <a:latin typeface="+mn-ea"/>
              </a:rPr>
              <a:t>2.2(Korea Web Content Accessibility Guideline 2.2) 33</a:t>
            </a:r>
            <a:r>
              <a:rPr lang="ko-KR" altLang="en-US" sz="1200">
                <a:latin typeface="+mn-ea"/>
              </a:rPr>
              <a:t>개 검사항목 준수 여부를 판단하기 위한 웹 접근성 인증심사 표준 지침을 기준으로 진단 수행</a:t>
            </a:r>
            <a:endParaRPr lang="en-US" altLang="ko-KR" sz="1200">
              <a:latin typeface="+mn-ea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4B6E5F8E-1951-E3B7-2222-EE52CA3D38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7343856"/>
              </p:ext>
            </p:extLst>
          </p:nvPr>
        </p:nvGraphicFramePr>
        <p:xfrm>
          <a:off x="423305" y="1412999"/>
          <a:ext cx="8850868" cy="52195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808">
                  <a:extLst>
                    <a:ext uri="{9D8B030D-6E8A-4147-A177-3AD203B41FA5}">
                      <a16:colId xmlns:a16="http://schemas.microsoft.com/office/drawing/2014/main" val="478655605"/>
                    </a:ext>
                  </a:extLst>
                </a:gridCol>
                <a:gridCol w="1484274">
                  <a:extLst>
                    <a:ext uri="{9D8B030D-6E8A-4147-A177-3AD203B41FA5}">
                      <a16:colId xmlns:a16="http://schemas.microsoft.com/office/drawing/2014/main" val="480228689"/>
                    </a:ext>
                  </a:extLst>
                </a:gridCol>
                <a:gridCol w="1635613">
                  <a:extLst>
                    <a:ext uri="{9D8B030D-6E8A-4147-A177-3AD203B41FA5}">
                      <a16:colId xmlns:a16="http://schemas.microsoft.com/office/drawing/2014/main" val="1638313300"/>
                    </a:ext>
                  </a:extLst>
                </a:gridCol>
                <a:gridCol w="5401173">
                  <a:extLst>
                    <a:ext uri="{9D8B030D-6E8A-4147-A177-3AD203B41FA5}">
                      <a16:colId xmlns:a16="http://schemas.microsoft.com/office/drawing/2014/main" val="3384154851"/>
                    </a:ext>
                  </a:extLst>
                </a:gridCol>
              </a:tblGrid>
              <a:tr h="28344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0" spc="-8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번호</a:t>
                      </a:r>
                    </a:p>
                  </a:txBody>
                  <a:tcPr marL="36000" marR="36000" marT="8807" marB="8807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0" spc="-8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원칙 </a:t>
                      </a:r>
                      <a:r>
                        <a:rPr lang="en-US" altLang="ko-KR" sz="1000" b="0" kern="0" spc="-8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(4</a:t>
                      </a:r>
                      <a:r>
                        <a:rPr lang="ko-KR" altLang="en-US" sz="1000" b="0" kern="0" spc="-8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개</a:t>
                      </a:r>
                      <a:r>
                        <a:rPr lang="en-US" altLang="ko-KR" sz="1000" b="0" kern="0" spc="-8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1000" b="0" kern="0" spc="-8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8807" marB="8807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0" spc="-8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지침 </a:t>
                      </a:r>
                      <a:r>
                        <a:rPr lang="en-US" altLang="ko-KR" sz="1000" b="0" kern="0" spc="-8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(14</a:t>
                      </a:r>
                      <a:r>
                        <a:rPr lang="ko-KR" altLang="en-US" sz="1000" b="0" kern="0" spc="-8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개</a:t>
                      </a:r>
                      <a:r>
                        <a:rPr lang="en-US" altLang="ko-KR" sz="1000" b="0" kern="0" spc="-8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en-US" sz="1000" b="0" kern="0" spc="-8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8807" marB="8807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0" spc="-8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검사항목 </a:t>
                      </a:r>
                      <a:r>
                        <a:rPr lang="en-US" altLang="ko-KR" sz="1000" b="0" kern="0" spc="-8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(33</a:t>
                      </a:r>
                      <a:r>
                        <a:rPr lang="ko-KR" altLang="en-US" sz="1000" b="0" kern="0" spc="-8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개</a:t>
                      </a:r>
                      <a:r>
                        <a:rPr lang="en-US" altLang="ko-KR" sz="1000" b="0" kern="0" spc="-8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en-US" sz="1000" b="0" kern="0" spc="-8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8807" marB="8807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3545370"/>
                  </a:ext>
                </a:extLst>
              </a:tr>
              <a:tr h="453845">
                <a:tc>
                  <a:txBody>
                    <a:bodyPr/>
                    <a:lstStyle/>
                    <a:p>
                      <a:pPr marL="0" marR="0" indent="0" algn="ctr" defTabSz="99569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endParaRPr lang="ko-KR" altLang="en-US" sz="1000" b="0" kern="1200" spc="-10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9">
                  <a:txBody>
                    <a:bodyPr/>
                    <a:lstStyle/>
                    <a:p>
                      <a:pPr algn="ctr" latinLnBrk="0"/>
                      <a:r>
                        <a:rPr lang="en-US" altLang="ko-KR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1. </a:t>
                      </a:r>
                      <a:r>
                        <a:rPr lang="ko-KR" altLang="en-US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인식의 용이성 </a:t>
                      </a:r>
                      <a:endParaRPr lang="en-US" altLang="ko-KR" sz="1000" b="0" kern="1200" spc="-10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ctr" latinLnBrk="0"/>
                      <a:r>
                        <a:rPr lang="en-US" altLang="ko-KR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(Perceivable)</a:t>
                      </a:r>
                      <a:endParaRPr lang="ko-KR" altLang="en-US" sz="1000" b="0" kern="1200" spc="-10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8807" marB="8807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9569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1.1 </a:t>
                      </a:r>
                      <a:r>
                        <a:rPr lang="ko-KR" altLang="en-US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대체 텍스트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9569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1.1.1  (</a:t>
                      </a:r>
                      <a:r>
                        <a:rPr lang="ko-KR" altLang="en-US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적절한 대체 텍스트 제공</a:t>
                      </a:r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텍스트 아닌 콘텐츠는 그 의미나 용도를 인식할 수 있도록 대체 텍스트를 제공해야 한다</a:t>
                      </a:r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ko-KR" altLang="en-US" sz="1000" b="0" kern="1200" spc="-1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9677357"/>
                  </a:ext>
                </a:extLst>
              </a:tr>
              <a:tr h="255384">
                <a:tc>
                  <a:txBody>
                    <a:bodyPr/>
                    <a:lstStyle/>
                    <a:p>
                      <a:pPr marL="0" marR="0" indent="0" algn="ctr" defTabSz="99569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endParaRPr lang="ko-KR" altLang="en-US" sz="1000" b="0" kern="1200" spc="-10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0"/>
                      <a:endParaRPr kumimoji="1" lang="ko-KR" altLang="en-US" sz="800" b="0" i="0" u="none" strike="noStrike" kern="1200" cap="none" spc="-80" normalizeH="0" baseline="0">
                        <a:ln>
                          <a:noFill/>
                        </a:ln>
                        <a:solidFill>
                          <a:srgbClr val="111111"/>
                        </a:solidFill>
                        <a:effectLst/>
                        <a:latin typeface="Spoqa Han Sans Neo" panose="020B0500000000000000" pitchFamily="50" charset="-127"/>
                        <a:ea typeface="Spoqa Han Sans Neo" panose="020B0500000000000000" pitchFamily="50" charset="-127"/>
                        <a:cs typeface="+mn-cs"/>
                      </a:endParaRPr>
                    </a:p>
                  </a:txBody>
                  <a:tcPr marL="36000" marR="36000" marT="8807" marB="8807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9569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1.2 </a:t>
                      </a:r>
                      <a:r>
                        <a:rPr lang="ko-KR" altLang="en-US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멀티미디어 대체 콘텐츠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9569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1.2.1 (</a:t>
                      </a:r>
                      <a:r>
                        <a:rPr lang="ko-KR" altLang="en-US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자막제공</a:t>
                      </a:r>
                      <a:r>
                        <a:rPr lang="en-US" altLang="ko-KR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멀티미디어 콘텐츠에는 자막</a:t>
                      </a:r>
                      <a:r>
                        <a:rPr lang="en-US" altLang="ko-KR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대본 또는 </a:t>
                      </a:r>
                      <a:r>
                        <a:rPr lang="ko-KR" altLang="en-US" sz="1000" b="0" kern="1200" spc="-10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수어를</a:t>
                      </a:r>
                      <a:r>
                        <a:rPr lang="ko-KR" altLang="en-US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제공해야 한다</a:t>
                      </a:r>
                      <a:r>
                        <a:rPr lang="en-US" altLang="ko-KR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ko-KR" altLang="en-US" sz="1000" b="0" kern="1200" spc="-10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7606263"/>
                  </a:ext>
                </a:extLst>
              </a:tr>
              <a:tr h="255384">
                <a:tc>
                  <a:txBody>
                    <a:bodyPr/>
                    <a:lstStyle/>
                    <a:p>
                      <a:pPr marL="0" marR="0" indent="0" algn="ctr" defTabSz="99569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endParaRPr lang="ko-KR" altLang="en-US" sz="1000" b="0" kern="1200" spc="-10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l" defTabSz="99569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1.3 </a:t>
                      </a:r>
                      <a:r>
                        <a:rPr lang="ko-KR" altLang="en-US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적응성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9569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1.3.1 (</a:t>
                      </a:r>
                      <a:r>
                        <a:rPr lang="ko-KR" altLang="en-US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표의 구성</a:t>
                      </a:r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표는 이해하기 쉽게 구성해야 한다</a:t>
                      </a:r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459699"/>
                  </a:ext>
                </a:extLst>
              </a:tr>
              <a:tr h="255384">
                <a:tc>
                  <a:txBody>
                    <a:bodyPr/>
                    <a:lstStyle/>
                    <a:p>
                      <a:pPr marL="0" marR="0" indent="0" algn="ctr" defTabSz="99569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  <a:endParaRPr lang="ko-KR" altLang="en-US" sz="1000" b="0" kern="1200" spc="-10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0"/>
                      <a:endParaRPr kumimoji="1" lang="ko-KR" altLang="en-US" sz="800" b="0" i="0" u="none" strike="noStrike" kern="1200" cap="none" spc="-80" normalizeH="0" baseline="0">
                        <a:ln>
                          <a:noFill/>
                        </a:ln>
                        <a:solidFill>
                          <a:srgbClr val="111111"/>
                        </a:solidFill>
                        <a:effectLst/>
                        <a:latin typeface="Spoqa Han Sans Neo" panose="020B0500000000000000" pitchFamily="50" charset="-127"/>
                        <a:ea typeface="Spoqa Han Sans Neo" panose="020B0500000000000000" pitchFamily="50" charset="-127"/>
                        <a:cs typeface="+mn-cs"/>
                      </a:endParaRPr>
                    </a:p>
                  </a:txBody>
                  <a:tcPr marL="36000" marR="36000" marT="8807" marB="8807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l" defTabSz="99569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spc="-1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9569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1.3.2 (</a:t>
                      </a:r>
                      <a:r>
                        <a:rPr lang="ko-KR" altLang="en-US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콘텐츠의 선형구조</a:t>
                      </a:r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콘텐츠는 논리적인 순서로 제공해야 한다</a:t>
                      </a:r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3459160"/>
                  </a:ext>
                </a:extLst>
              </a:tr>
              <a:tr h="255384">
                <a:tc>
                  <a:txBody>
                    <a:bodyPr/>
                    <a:lstStyle/>
                    <a:p>
                      <a:pPr marL="0" marR="0" indent="0" algn="ctr" defTabSz="99569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  <a:endParaRPr lang="ko-KR" altLang="en-US" sz="1000" b="0" kern="1200" spc="-10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0"/>
                      <a:endParaRPr kumimoji="1" lang="ko-KR" altLang="en-US" sz="800" b="0" i="0" u="none" strike="noStrike" kern="1200" cap="none" spc="-80" normalizeH="0" baseline="0">
                        <a:ln>
                          <a:noFill/>
                        </a:ln>
                        <a:solidFill>
                          <a:srgbClr val="111111"/>
                        </a:solidFill>
                        <a:effectLst/>
                        <a:latin typeface="Spoqa Han Sans Neo" panose="020B0500000000000000" pitchFamily="50" charset="-127"/>
                        <a:ea typeface="Spoqa Han Sans Neo" panose="020B0500000000000000" pitchFamily="50" charset="-127"/>
                        <a:cs typeface="+mn-cs"/>
                      </a:endParaRPr>
                    </a:p>
                  </a:txBody>
                  <a:tcPr marL="36000" marR="36000" marT="8807" marB="8807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l" defTabSz="99569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spc="-1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9569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1.3.3  (</a:t>
                      </a:r>
                      <a:r>
                        <a:rPr lang="ko-KR" altLang="en-US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콘텐츠의 선형구조</a:t>
                      </a:r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콘텐츠는 논리적인 순서로 제공해야 한다</a:t>
                      </a:r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0501262"/>
                  </a:ext>
                </a:extLst>
              </a:tr>
              <a:tr h="224786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ko-KR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0"/>
                      <a:endParaRPr kumimoji="1" lang="ko-KR" altLang="en-US" sz="800" b="0" i="0" u="none" strike="noStrike" kern="1200" cap="none" spc="-80" normalizeH="0" baseline="0">
                        <a:ln>
                          <a:noFill/>
                        </a:ln>
                        <a:solidFill>
                          <a:srgbClr val="111111"/>
                        </a:solidFill>
                        <a:effectLst/>
                        <a:latin typeface="Spoqa Han Sans Neo" panose="020B0500000000000000" pitchFamily="50" charset="-127"/>
                        <a:ea typeface="Spoqa Han Sans Neo" panose="020B0500000000000000" pitchFamily="50" charset="-127"/>
                        <a:cs typeface="+mn-cs"/>
                      </a:endParaRPr>
                    </a:p>
                  </a:txBody>
                  <a:tcPr marL="36000" marR="36000" marT="8807" marB="8807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lvl="0" algn="l" fontAlgn="ctr" latinLnBrk="0"/>
                      <a:r>
                        <a:rPr lang="en-US" altLang="ko-KR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1.4 </a:t>
                      </a:r>
                      <a:r>
                        <a:rPr lang="ko-KR" altLang="en-US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명료성 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1.4.1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색에 무관한 콘텐츠 인식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콘텐츠는 색에 관계없이 인식될 수 있어야 한다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0657115"/>
                  </a:ext>
                </a:extLst>
              </a:tr>
              <a:tr h="377449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ko-KR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0"/>
                      <a:endParaRPr kumimoji="1" lang="ko-KR" altLang="en-US" sz="800" b="0" i="0" u="none" strike="noStrike" kern="1200" cap="none" spc="-80" normalizeH="0" baseline="0">
                        <a:ln>
                          <a:noFill/>
                        </a:ln>
                        <a:solidFill>
                          <a:srgbClr val="111111"/>
                        </a:solidFill>
                        <a:effectLst/>
                        <a:latin typeface="Spoqa Han Sans Neo" panose="020B0500000000000000" pitchFamily="50" charset="-127"/>
                        <a:ea typeface="Spoqa Han Sans Neo" panose="020B0500000000000000" pitchFamily="50" charset="-127"/>
                        <a:cs typeface="+mn-cs"/>
                      </a:endParaRPr>
                    </a:p>
                  </a:txBody>
                  <a:tcPr marL="36000" marR="36000" marT="8807" marB="8807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en-US" altLang="ko-KR" sz="900" b="0" i="0" u="none" strike="noStrike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288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1.4.2  (</a:t>
                      </a:r>
                      <a:r>
                        <a:rPr lang="ko-KR" altLang="en-US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자동 재생 금지</a:t>
                      </a:r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자동으로 소리가 재생되지 않아야 한다</a:t>
                      </a:r>
                      <a:r>
                        <a:rPr lang="en-US" altLang="ko-KR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en-US" altLang="ko-KR" sz="1000" b="0" kern="1200" spc="-1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5790758"/>
                  </a:ext>
                </a:extLst>
              </a:tr>
              <a:tr h="224786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ko-KR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0"/>
                      <a:endParaRPr kumimoji="1" lang="ko-KR" altLang="en-US" sz="800" b="0" i="0" u="none" strike="noStrike" kern="1200" cap="none" spc="-80" normalizeH="0" baseline="0">
                        <a:ln>
                          <a:noFill/>
                        </a:ln>
                        <a:solidFill>
                          <a:srgbClr val="111111"/>
                        </a:solidFill>
                        <a:effectLst/>
                        <a:latin typeface="Spoqa Han Sans Neo" panose="020B0500000000000000" pitchFamily="50" charset="-127"/>
                        <a:ea typeface="Spoqa Han Sans Neo" panose="020B0500000000000000" pitchFamily="50" charset="-127"/>
                        <a:cs typeface="+mn-cs"/>
                      </a:endParaRPr>
                    </a:p>
                  </a:txBody>
                  <a:tcPr marL="36000" marR="36000" marT="8807" marB="8807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en-US" altLang="ko-KR" sz="900" b="0" i="0" u="none" strike="noStrike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288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1.4.2  (</a:t>
                      </a:r>
                      <a:r>
                        <a:rPr lang="ko-KR" altLang="en-US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텍스트 콘텐츠의 명도 대비</a:t>
                      </a:r>
                      <a:r>
                        <a:rPr lang="en-US" altLang="ko-KR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텍스트 콘텐츠와 배경 간의 명도 대비는 </a:t>
                      </a:r>
                      <a:r>
                        <a:rPr lang="en-US" altLang="ko-KR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4.5 </a:t>
                      </a:r>
                      <a:r>
                        <a:rPr lang="ko-KR" altLang="en-US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대 </a:t>
                      </a:r>
                      <a:r>
                        <a:rPr lang="en-US" altLang="ko-KR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 </a:t>
                      </a:r>
                      <a:r>
                        <a:rPr lang="ko-KR" altLang="en-US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이상이어야 한다</a:t>
                      </a:r>
                      <a:r>
                        <a:rPr lang="en-US" altLang="ko-KR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en-US" altLang="ko-KR" sz="1000" b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5237010"/>
                  </a:ext>
                </a:extLst>
              </a:tr>
              <a:tr h="224786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ko-KR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0"/>
                      <a:endParaRPr kumimoji="1" lang="ko-KR" altLang="en-US" sz="800" b="0" i="0" u="none" strike="noStrike" kern="1200" cap="none" spc="-80" normalizeH="0" baseline="0">
                        <a:ln>
                          <a:noFill/>
                        </a:ln>
                        <a:solidFill>
                          <a:srgbClr val="111111"/>
                        </a:solidFill>
                        <a:effectLst/>
                        <a:latin typeface="Spoqa Han Sans Neo" panose="020B0500000000000000" pitchFamily="50" charset="-127"/>
                        <a:ea typeface="Spoqa Han Sans Neo" panose="020B0500000000000000" pitchFamily="50" charset="-127"/>
                        <a:cs typeface="+mn-cs"/>
                      </a:endParaRPr>
                    </a:p>
                  </a:txBody>
                  <a:tcPr marL="36000" marR="36000" marT="8807" marB="8807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en-US" altLang="ko-KR" sz="900" b="0" i="0" u="none" strike="noStrike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288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1.4.4 </a:t>
                      </a:r>
                      <a:r>
                        <a:rPr lang="ko-KR" altLang="en-US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콘텐츠 간의 구분</a:t>
                      </a:r>
                      <a:r>
                        <a:rPr lang="en-US" altLang="ko-KR" sz="1000" b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이웃한 콘텐츠는 구별될 수 있어야 한다</a:t>
                      </a:r>
                      <a:r>
                        <a:rPr lang="en-US" altLang="ko-KR" sz="1000" b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2793457"/>
                  </a:ext>
                </a:extLst>
              </a:tr>
              <a:tr h="224786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ko-KR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8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2. </a:t>
                      </a:r>
                      <a:r>
                        <a:rPr lang="ko-KR" altLang="en-US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운용의 용이성</a:t>
                      </a:r>
                      <a:endParaRPr lang="en-US" altLang="ko-KR" sz="1000" b="0" kern="1200" spc="-10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(Operable)</a:t>
                      </a:r>
                      <a:endParaRPr lang="ko-KR" altLang="en-US" sz="1000" b="0" kern="1200" spc="-10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8807" marB="8807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lvl="0" algn="l" fontAlgn="ctr" latinLnBrk="0"/>
                      <a:r>
                        <a:rPr lang="en-US" altLang="ko-KR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2.1 </a:t>
                      </a:r>
                      <a:r>
                        <a:rPr lang="ko-KR" altLang="en-US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입력장치 접근성</a:t>
                      </a:r>
                      <a:endParaRPr lang="en-US" altLang="ko-KR" sz="1000" b="0" kern="1200" spc="-10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2.1.1  </a:t>
                      </a:r>
                      <a:r>
                        <a:rPr lang="en-US" altLang="ko-KR" sz="1000" b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키보드 사용 보장</a:t>
                      </a:r>
                      <a:r>
                        <a:rPr lang="en-US" altLang="ko-KR" sz="1000" b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모든 기능은 키보드만으로도 사용할 수 있어야 한다</a:t>
                      </a:r>
                      <a:r>
                        <a:rPr lang="en-US" altLang="ko-KR" sz="1000" b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. 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0043892"/>
                  </a:ext>
                </a:extLst>
              </a:tr>
              <a:tr h="377449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ko-KR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-80">
                        <a:solidFill>
                          <a:srgbClr val="000000"/>
                        </a:solidFill>
                        <a:latin typeface="Spoqa Han Sans Neo" panose="020B0500000000000000" pitchFamily="50" charset="-127"/>
                        <a:ea typeface="Spoqa Han Sans Neo" panose="020B0500000000000000" pitchFamily="50" charset="-127"/>
                      </a:endParaRPr>
                    </a:p>
                  </a:txBody>
                  <a:tcPr marL="36000" marR="36000" marT="8807" marB="8807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en-US" altLang="ko-KR" sz="900" b="0" i="0" u="none" strike="noStrike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288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2.1.2 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초점 이동과 표시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키보드에 의한 초점은 논리적으로 이동해야 하며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시각적으로 구별할 수 있어야 한다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4916647"/>
                  </a:ext>
                </a:extLst>
              </a:tr>
              <a:tr h="224786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ko-KR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12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-80">
                        <a:solidFill>
                          <a:srgbClr val="000000"/>
                        </a:solidFill>
                        <a:latin typeface="Spoqa Han Sans Neo" panose="020B0500000000000000" pitchFamily="50" charset="-127"/>
                        <a:ea typeface="Spoqa Han Sans Neo" panose="020B0500000000000000" pitchFamily="50" charset="-127"/>
                      </a:endParaRPr>
                    </a:p>
                  </a:txBody>
                  <a:tcPr marL="36000" marR="36000" marT="8807" marB="8807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en-US" altLang="ko-KR" sz="900" b="0" i="0" u="none" strike="noStrike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288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2.1.3  </a:t>
                      </a:r>
                      <a:r>
                        <a:rPr lang="en-US" altLang="ko-KR" sz="1000" b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조작 가능</a:t>
                      </a:r>
                      <a:r>
                        <a:rPr lang="en-US" altLang="ko-KR" sz="1000" b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사용자 입력 및 </a:t>
                      </a:r>
                      <a:r>
                        <a:rPr lang="ko-KR" altLang="en-US" sz="1000" b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콘트롤은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조작 가능하도록 제공되어야 한다</a:t>
                      </a:r>
                      <a:r>
                        <a:rPr lang="en-US" altLang="ko-KR" sz="1000" b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en-US" altLang="ko-KR" sz="1000" b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5648734"/>
                  </a:ext>
                </a:extLst>
              </a:tr>
              <a:tr h="224786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ko-KR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13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-80">
                        <a:solidFill>
                          <a:srgbClr val="000000"/>
                        </a:solidFill>
                        <a:latin typeface="Spoqa Han Sans Neo" panose="020B0500000000000000" pitchFamily="50" charset="-127"/>
                        <a:ea typeface="Spoqa Han Sans Neo" panose="020B0500000000000000" pitchFamily="50" charset="-127"/>
                      </a:endParaRPr>
                    </a:p>
                  </a:txBody>
                  <a:tcPr marL="36000" marR="36000" marT="8807" marB="8807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ctr" latinLnBrk="0"/>
                      <a:endParaRPr lang="en-US" altLang="ko-KR" sz="900" b="0" i="0" u="none" strike="noStrike" spc="-80">
                        <a:solidFill>
                          <a:srgbClr val="000000"/>
                        </a:solidFill>
                        <a:latin typeface="Spoqa Han Sans Neo" panose="020B0500000000000000" pitchFamily="50" charset="-127"/>
                        <a:ea typeface="Spoqa Han Sans Neo" panose="020B0500000000000000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2.1.4 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문자 단축키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문자 단축키는 오동작으로 인한 오류를 방지하여야 한다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9120900"/>
                  </a:ext>
                </a:extLst>
              </a:tr>
              <a:tr h="377449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ko-KR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14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-80">
                        <a:solidFill>
                          <a:srgbClr val="000000"/>
                        </a:solidFill>
                        <a:latin typeface="Spoqa Han Sans Neo" panose="020B0500000000000000" pitchFamily="50" charset="-127"/>
                        <a:ea typeface="Spoqa Han Sans Neo" panose="020B0500000000000000" pitchFamily="50" charset="-127"/>
                      </a:endParaRPr>
                    </a:p>
                  </a:txBody>
                  <a:tcPr marL="36000" marR="36000" marT="8807" marB="8807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lvl="0" algn="l" fontAlgn="ctr" latinLnBrk="0"/>
                      <a:r>
                        <a:rPr lang="en-US" altLang="ko-KR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2.2 </a:t>
                      </a:r>
                      <a:r>
                        <a:rPr lang="ko-KR" altLang="en-US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충분한 시간 제공</a:t>
                      </a:r>
                      <a:endParaRPr lang="en-US" altLang="ko-KR" sz="1000" b="0" kern="1200" spc="-10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2.2.1 </a:t>
                      </a:r>
                      <a:r>
                        <a:rPr lang="en-US" altLang="ko-KR" sz="1000" b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응답시간 조절</a:t>
                      </a:r>
                      <a:r>
                        <a:rPr lang="en-US" altLang="ko-KR" sz="1000" b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시간제한이 있는 콘텐츠는 응답시간을 조절할 수 있어야 한다</a:t>
                      </a:r>
                      <a:r>
                        <a:rPr lang="en-US" altLang="ko-KR" sz="1000" b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. 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0388697"/>
                  </a:ext>
                </a:extLst>
              </a:tr>
              <a:tr h="377449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ko-KR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15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-80">
                        <a:solidFill>
                          <a:srgbClr val="000000"/>
                        </a:solidFill>
                        <a:latin typeface="Spoqa Han Sans Neo" panose="020B0500000000000000" pitchFamily="50" charset="-127"/>
                        <a:ea typeface="Spoqa Han Sans Neo" panose="020B0500000000000000" pitchFamily="50" charset="-127"/>
                      </a:endParaRPr>
                    </a:p>
                  </a:txBody>
                  <a:tcPr marL="36000" marR="36000" marT="8807" marB="8807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en-US" altLang="ko-KR" sz="900" b="0" i="0" u="none" strike="noStrike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288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2.2.2  </a:t>
                      </a:r>
                      <a:r>
                        <a:rPr lang="en-US" altLang="ko-KR" sz="1000" b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정지 기능 제공</a:t>
                      </a:r>
                      <a:r>
                        <a:rPr lang="en-US" altLang="ko-KR" sz="1000" b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자동으로 변경되는 콘텐츠는 움직임을 제어할 수 있어야 한다</a:t>
                      </a:r>
                      <a:r>
                        <a:rPr lang="en-US" altLang="ko-KR" sz="1000" b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723097"/>
                  </a:ext>
                </a:extLst>
              </a:tr>
              <a:tr h="377449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ko-KR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-80">
                        <a:solidFill>
                          <a:srgbClr val="000000"/>
                        </a:solidFill>
                        <a:latin typeface="Spoqa Han Sans Neo" panose="020B0500000000000000" pitchFamily="50" charset="-127"/>
                        <a:ea typeface="Spoqa Han Sans Neo" panose="020B0500000000000000" pitchFamily="50" charset="-127"/>
                      </a:endParaRPr>
                    </a:p>
                  </a:txBody>
                  <a:tcPr marL="36000" marR="36000" marT="8807" marB="8807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 fontAlgn="ctr" latinLnBrk="0"/>
                      <a:r>
                        <a:rPr lang="en-US" altLang="ko-KR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2.3 </a:t>
                      </a:r>
                      <a:r>
                        <a:rPr lang="ko-KR" altLang="en-US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광과민성 발작 예방</a:t>
                      </a:r>
                      <a:endParaRPr lang="en-US" altLang="ko-KR" sz="1000" b="0" kern="1200" spc="-10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2.3.1 </a:t>
                      </a:r>
                      <a:r>
                        <a:rPr lang="en-US" altLang="ko-KR" sz="1000" b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깜빡임과 번쩍임 사용 제한</a:t>
                      </a:r>
                      <a:r>
                        <a:rPr lang="en-US" altLang="ko-KR" sz="1000" b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초당 </a:t>
                      </a:r>
                      <a:r>
                        <a:rPr lang="en-US" altLang="ko-KR" sz="1000" b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3~50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회 주기로 깜빡이거나 번쩍이는 콘텐츠를 제공하지 않아야 한다</a:t>
                      </a:r>
                      <a:r>
                        <a:rPr lang="en-US" altLang="ko-KR" sz="1000" b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2295902"/>
                  </a:ext>
                </a:extLst>
              </a:tr>
              <a:tr h="22478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17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-80">
                        <a:solidFill>
                          <a:srgbClr val="000000"/>
                        </a:solidFill>
                        <a:latin typeface="Spoqa Han Sans Neo" panose="020B0500000000000000" pitchFamily="50" charset="-127"/>
                        <a:ea typeface="Spoqa Han Sans Neo" panose="020B0500000000000000" pitchFamily="50" charset="-127"/>
                      </a:endParaRPr>
                    </a:p>
                  </a:txBody>
                  <a:tcPr marL="36000" marR="36000" marT="8807" marB="8807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 fontAlgn="ctr" latinLnBrk="0"/>
                      <a:r>
                        <a:rPr lang="en-US" altLang="ko-KR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2.4 </a:t>
                      </a:r>
                      <a:r>
                        <a:rPr lang="ko-KR" altLang="en-US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쉬운 내비게이션</a:t>
                      </a:r>
                      <a:endParaRPr lang="en-US" altLang="ko-KR" sz="1000" b="0" kern="1200" spc="-10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2.4.1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반복 영역 건너뛰기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콘텐츠의 반복되는 영역은 건너뛸 수 있어야 한다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. 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47846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61484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13DA834D-A0F8-47B9-A105-974E6446F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2. </a:t>
            </a:r>
            <a:r>
              <a:rPr lang="ko-KR" altLang="en-US"/>
              <a:t>진단 기준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E20F56-C11E-4BEC-8244-ED762E5226AB}"/>
              </a:ext>
            </a:extLst>
          </p:cNvPr>
          <p:cNvSpPr txBox="1"/>
          <p:nvPr/>
        </p:nvSpPr>
        <p:spPr>
          <a:xfrm>
            <a:off x="423306" y="807388"/>
            <a:ext cx="9059931" cy="40818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2000"/>
              </a:lnSpc>
            </a:pPr>
            <a:r>
              <a:rPr lang="ko-KR" altLang="en-US" sz="1200">
                <a:latin typeface="+mn-ea"/>
              </a:rPr>
              <a:t>한국형 웹 콘텐츠 접근성 지침 </a:t>
            </a:r>
            <a:r>
              <a:rPr lang="en-US" altLang="ko-KR" sz="1200">
                <a:latin typeface="+mn-ea"/>
              </a:rPr>
              <a:t>2.2(Korea Web Content Accessibility Guideline 2.2) 33</a:t>
            </a:r>
            <a:r>
              <a:rPr lang="ko-KR" altLang="en-US" sz="1200">
                <a:latin typeface="+mn-ea"/>
              </a:rPr>
              <a:t>개 검사항목 준수 여부를 판단하기 위한 웹 접근성 인증심사 표준 지침을 기준으로 진단 수행</a:t>
            </a:r>
            <a:endParaRPr lang="en-US" altLang="ko-KR" sz="1200">
              <a:latin typeface="+mn-ea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4B6E5F8E-1951-E3B7-2222-EE52CA3D38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2949859"/>
              </p:ext>
            </p:extLst>
          </p:nvPr>
        </p:nvGraphicFramePr>
        <p:xfrm>
          <a:off x="423306" y="1413000"/>
          <a:ext cx="8850869" cy="52195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808">
                  <a:extLst>
                    <a:ext uri="{9D8B030D-6E8A-4147-A177-3AD203B41FA5}">
                      <a16:colId xmlns:a16="http://schemas.microsoft.com/office/drawing/2014/main" val="478655605"/>
                    </a:ext>
                  </a:extLst>
                </a:gridCol>
                <a:gridCol w="1484275">
                  <a:extLst>
                    <a:ext uri="{9D8B030D-6E8A-4147-A177-3AD203B41FA5}">
                      <a16:colId xmlns:a16="http://schemas.microsoft.com/office/drawing/2014/main" val="480228689"/>
                    </a:ext>
                  </a:extLst>
                </a:gridCol>
                <a:gridCol w="1635611">
                  <a:extLst>
                    <a:ext uri="{9D8B030D-6E8A-4147-A177-3AD203B41FA5}">
                      <a16:colId xmlns:a16="http://schemas.microsoft.com/office/drawing/2014/main" val="1638313300"/>
                    </a:ext>
                  </a:extLst>
                </a:gridCol>
                <a:gridCol w="5401175">
                  <a:extLst>
                    <a:ext uri="{9D8B030D-6E8A-4147-A177-3AD203B41FA5}">
                      <a16:colId xmlns:a16="http://schemas.microsoft.com/office/drawing/2014/main" val="3384154851"/>
                    </a:ext>
                  </a:extLst>
                </a:gridCol>
              </a:tblGrid>
              <a:tr h="28343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0" spc="-80" dirty="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번호</a:t>
                      </a:r>
                    </a:p>
                  </a:txBody>
                  <a:tcPr marL="36000" marR="36000" marT="8807" marB="8807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0" spc="-8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원칙 </a:t>
                      </a:r>
                      <a:r>
                        <a:rPr lang="en-US" altLang="ko-KR" sz="1000" b="0" kern="0" spc="-8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(4</a:t>
                      </a:r>
                      <a:r>
                        <a:rPr lang="ko-KR" altLang="en-US" sz="1000" b="0" kern="0" spc="-8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개</a:t>
                      </a:r>
                      <a:r>
                        <a:rPr lang="en-US" altLang="ko-KR" sz="1000" b="0" kern="0" spc="-8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)</a:t>
                      </a:r>
                      <a:endParaRPr lang="ko-KR" altLang="en-US" sz="1000" b="0" kern="0" spc="-80">
                        <a:solidFill>
                          <a:schemeClr val="bg1"/>
                        </a:solidFill>
                        <a:latin typeface="+mn-lt"/>
                        <a:ea typeface="+mn-ea"/>
                      </a:endParaRPr>
                    </a:p>
                  </a:txBody>
                  <a:tcPr marL="36000" marR="36000" marT="8807" marB="8807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0" spc="-8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지침 </a:t>
                      </a:r>
                      <a:r>
                        <a:rPr lang="en-US" altLang="ko-KR" sz="1000" b="0" kern="0" spc="-8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(14</a:t>
                      </a:r>
                      <a:r>
                        <a:rPr lang="ko-KR" altLang="en-US" sz="1000" b="0" kern="0" spc="-8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개</a:t>
                      </a:r>
                      <a:r>
                        <a:rPr lang="en-US" altLang="ko-KR" sz="1000" b="0" kern="0" spc="-8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)</a:t>
                      </a:r>
                      <a:endParaRPr lang="en-US" sz="1000" b="0" kern="0" spc="-80">
                        <a:solidFill>
                          <a:schemeClr val="bg1"/>
                        </a:solidFill>
                        <a:latin typeface="+mn-lt"/>
                        <a:ea typeface="+mn-ea"/>
                      </a:endParaRPr>
                    </a:p>
                  </a:txBody>
                  <a:tcPr marL="36000" marR="36000" marT="8807" marB="8807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0" spc="-8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검사항목 </a:t>
                      </a:r>
                      <a:r>
                        <a:rPr lang="en-US" altLang="ko-KR" sz="1000" b="0" kern="0" spc="-8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(33</a:t>
                      </a:r>
                      <a:r>
                        <a:rPr lang="ko-KR" altLang="en-US" sz="1000" b="0" kern="0" spc="-8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개</a:t>
                      </a:r>
                      <a:r>
                        <a:rPr lang="en-US" altLang="ko-KR" sz="1000" b="0" kern="0" spc="-8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)</a:t>
                      </a:r>
                      <a:endParaRPr lang="en-US" sz="1000" b="0" kern="0" spc="-80">
                        <a:solidFill>
                          <a:schemeClr val="bg1"/>
                        </a:solidFill>
                        <a:latin typeface="+mn-lt"/>
                        <a:ea typeface="+mn-ea"/>
                      </a:endParaRPr>
                    </a:p>
                  </a:txBody>
                  <a:tcPr marL="36000" marR="36000" marT="8807" marB="8807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3545370"/>
                  </a:ext>
                </a:extLst>
              </a:tr>
              <a:tr h="255069">
                <a:tc>
                  <a:txBody>
                    <a:bodyPr/>
                    <a:lstStyle/>
                    <a:p>
                      <a:pPr marL="0" marR="0" indent="0" algn="ctr" defTabSz="99569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pc="-1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18</a:t>
                      </a:r>
                      <a:endParaRPr lang="ko-KR" altLang="en-US" sz="1000" b="0" kern="1200" spc="-1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7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2. </a:t>
                      </a:r>
                      <a:r>
                        <a:rPr lang="ko-KR" altLang="en-US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운용의 용이성</a:t>
                      </a:r>
                      <a:endParaRPr lang="en-US" altLang="ko-KR" sz="1000" b="0" kern="1200" spc="-10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(Operable))</a:t>
                      </a:r>
                      <a:endParaRPr lang="ko-KR" altLang="en-US" sz="1000" b="0" kern="1200" spc="-10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8807" marB="8807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l" defTabSz="99569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2.4 </a:t>
                      </a:r>
                      <a:r>
                        <a:rPr lang="ko-KR" altLang="en-US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쉬운 내비게이션</a:t>
                      </a:r>
                      <a:endParaRPr lang="en-US" altLang="ko-KR" sz="1000" b="0" kern="1200" spc="-10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US" altLang="ko-KR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2.4.2  (</a:t>
                      </a:r>
                      <a:r>
                        <a:rPr lang="ko-KR" altLang="en-US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제목 제공</a:t>
                      </a:r>
                      <a:r>
                        <a:rPr lang="en-US" altLang="ko-KR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페이지</a:t>
                      </a:r>
                      <a:r>
                        <a:rPr lang="en-US" altLang="ko-KR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프레임</a:t>
                      </a:r>
                      <a:r>
                        <a:rPr lang="en-US" altLang="ko-KR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콘텐츠 블록에는 적절한 제목을 제공해야 한다</a:t>
                      </a:r>
                      <a:r>
                        <a:rPr lang="en-US" altLang="ko-KR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9677357"/>
                  </a:ext>
                </a:extLst>
              </a:tr>
              <a:tr h="255069">
                <a:tc>
                  <a:txBody>
                    <a:bodyPr/>
                    <a:lstStyle/>
                    <a:p>
                      <a:pPr marL="0" marR="0" indent="0" algn="ctr" defTabSz="99569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pc="-1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19</a:t>
                      </a:r>
                      <a:endParaRPr lang="ko-KR" altLang="en-US" sz="1000" b="0" kern="1200" spc="-1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0" spc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07" marR="8807" marT="8807" marB="8807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9569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u="none" strike="noStrike" spc="-80">
                        <a:solidFill>
                          <a:srgbClr val="000000"/>
                        </a:solidFill>
                        <a:latin typeface="Spoqa Han Sans Neo" panose="020B0500000000000000" pitchFamily="50" charset="-127"/>
                        <a:ea typeface="Spoqa Han Sans Neo" panose="020B0500000000000000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US" altLang="ko-KR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2.4.3  </a:t>
                      </a:r>
                      <a:r>
                        <a:rPr lang="ko-KR" altLang="en-US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적절한 링크 텍스트</a:t>
                      </a:r>
                      <a:r>
                        <a:rPr lang="en-US" altLang="ko-KR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링크 텍스트는 용도나 목적을 이해할 수 있도록 제공해야 한다</a:t>
                      </a:r>
                      <a:r>
                        <a:rPr lang="en-US" altLang="ko-KR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7606263"/>
                  </a:ext>
                </a:extLst>
              </a:tr>
              <a:tr h="489898">
                <a:tc>
                  <a:txBody>
                    <a:bodyPr/>
                    <a:lstStyle/>
                    <a:p>
                      <a:pPr marL="0" marR="0" indent="0" algn="ctr" defTabSz="99569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pc="-1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20</a:t>
                      </a:r>
                      <a:endParaRPr lang="ko-KR" altLang="en-US" sz="1000" b="0" kern="1200" spc="-1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US" altLang="ko-KR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2.4.4  (</a:t>
                      </a:r>
                      <a:r>
                        <a:rPr lang="ko-KR" altLang="en-US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고정된 참조 위치 정보</a:t>
                      </a:r>
                      <a:r>
                        <a:rPr lang="en-US" altLang="ko-KR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전자출판문서 형식의 웹 페이지는 각 페이지로 이동할 수 있는 기능이 있어야 하고</a:t>
                      </a:r>
                      <a:r>
                        <a:rPr lang="en-US" altLang="ko-KR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서식이나 플랫폼에 상관없이 참조 위치 정보를 일관되게 </a:t>
                      </a:r>
                      <a:r>
                        <a:rPr lang="ko-KR" altLang="en-US" sz="1000" b="0" kern="1200" spc="-10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제공ㆍ유지해야</a:t>
                      </a:r>
                      <a:r>
                        <a:rPr lang="ko-KR" altLang="en-US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한다</a:t>
                      </a:r>
                      <a:r>
                        <a:rPr lang="en-US" altLang="ko-KR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459699"/>
                  </a:ext>
                </a:extLst>
              </a:tr>
              <a:tr h="376985">
                <a:tc>
                  <a:txBody>
                    <a:bodyPr/>
                    <a:lstStyle/>
                    <a:p>
                      <a:pPr marL="0" marR="0" indent="0" algn="ctr" defTabSz="99569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pc="-1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21</a:t>
                      </a:r>
                      <a:endParaRPr lang="ko-KR" altLang="en-US" sz="1000" b="0" kern="1200" spc="-1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l" defTabSz="99569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2.5 </a:t>
                      </a:r>
                      <a:r>
                        <a:rPr lang="ko-KR" altLang="en-US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입력 방식</a:t>
                      </a:r>
                      <a:endParaRPr lang="en-US" altLang="ko-KR" sz="1000" b="0" kern="1200" spc="-10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US" altLang="ko-KR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2.5.1 (</a:t>
                      </a:r>
                      <a:r>
                        <a:rPr lang="ko-KR" altLang="en-US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단일 포인터 입력 지원</a:t>
                      </a:r>
                      <a:r>
                        <a:rPr lang="en-US" altLang="ko-KR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다중 포인터 또는 경로기반 동작을 통한 입력은 단일 포인터 입력으로도 조작할 수 있어야 한다</a:t>
                      </a:r>
                      <a:r>
                        <a:rPr lang="en-US" altLang="ko-KR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3459160"/>
                  </a:ext>
                </a:extLst>
              </a:tr>
              <a:tr h="255069">
                <a:tc>
                  <a:txBody>
                    <a:bodyPr/>
                    <a:lstStyle/>
                    <a:p>
                      <a:pPr marL="0" marR="0" indent="0" algn="ctr" defTabSz="99569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pc="-1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22</a:t>
                      </a:r>
                      <a:endParaRPr lang="ko-KR" altLang="en-US" sz="1000" b="0" kern="1200" spc="-1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0" spc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07" marR="8807" marT="8807" marB="8807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ctr" latinLnBrk="0"/>
                      <a:endParaRPr lang="ko-KR" altLang="en-US" sz="800" b="0" i="0" u="none" strike="noStrike" spc="-80">
                        <a:solidFill>
                          <a:srgbClr val="000000"/>
                        </a:solidFill>
                        <a:latin typeface="Spoqa Han Sans Neo" panose="020B0500000000000000" pitchFamily="50" charset="-127"/>
                        <a:ea typeface="Spoqa Han Sans Neo" panose="020B0500000000000000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US" altLang="ko-KR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2.5.2  (</a:t>
                      </a:r>
                      <a:r>
                        <a:rPr lang="ko-KR" altLang="en-US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포인터 입력 취소</a:t>
                      </a:r>
                      <a:r>
                        <a:rPr lang="en-US" altLang="ko-KR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단일 포인터 입력으로 실행되는 기능은 취소할 수 있어야 한다</a:t>
                      </a:r>
                      <a:r>
                        <a:rPr lang="en-US" altLang="ko-KR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0501262"/>
                  </a:ext>
                </a:extLst>
              </a:tr>
              <a:tr h="376985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ko-KR" sz="1000" b="0" kern="1200" spc="-1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23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0" spc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07" marR="8807" marT="8807" marB="8807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en-US" altLang="ko-KR" sz="900" b="0" i="0" u="none" strike="noStrike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288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US" altLang="ko-KR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2.5.3  (</a:t>
                      </a:r>
                      <a:r>
                        <a:rPr lang="ko-KR" altLang="en-US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레이블과 네임</a:t>
                      </a:r>
                      <a:r>
                        <a:rPr lang="en-US" altLang="ko-KR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텍스트 또는 텍스트 이미지가 포함된 레이블이 있는 사용자 인터페이스 구성요소는 네임에 시각적으로 표시되는 해당 텍스트를 포함해야 한다</a:t>
                      </a:r>
                      <a:r>
                        <a:rPr lang="en-US" altLang="ko-KR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0657115"/>
                  </a:ext>
                </a:extLst>
              </a:tr>
              <a:tr h="376985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ko-KR" sz="1000" b="0" kern="1200" spc="-1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24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0" spc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07" marR="8807" marT="8807" marB="8807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en-US" altLang="ko-KR" sz="900" b="0" i="0" u="none" strike="noStrike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US" altLang="ko-KR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2.5.4  (</a:t>
                      </a:r>
                      <a:r>
                        <a:rPr lang="ko-KR" altLang="en-US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동작기반 작동</a:t>
                      </a:r>
                      <a:r>
                        <a:rPr lang="en-US" altLang="ko-KR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동작기반으로 작동하는 기능은 사용자 인터페이스 구성요소로 조작할 수 있고</a:t>
                      </a:r>
                      <a:r>
                        <a:rPr lang="en-US" altLang="ko-KR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동작기반 기능을 비활성화할 수 있어야 한다</a:t>
                      </a:r>
                      <a:r>
                        <a:rPr lang="en-US" altLang="ko-KR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5790758"/>
                  </a:ext>
                </a:extLst>
              </a:tr>
              <a:tr h="255069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ko-KR" sz="1000" b="0" kern="1200" spc="-1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25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7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3. </a:t>
                      </a:r>
                      <a:r>
                        <a:rPr lang="ko-KR" altLang="en-US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이해의 용이성</a:t>
                      </a:r>
                      <a:endParaRPr lang="en-US" altLang="ko-KR" sz="1000" b="0" kern="1200" spc="-10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(Understandable)</a:t>
                      </a:r>
                      <a:endParaRPr lang="ko-KR" altLang="en-US" sz="1000" b="0" kern="1200" spc="-10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8807" marB="8807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9569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3.1 </a:t>
                      </a:r>
                      <a:r>
                        <a:rPr lang="ko-KR" altLang="en-US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가독성</a:t>
                      </a:r>
                      <a:endParaRPr lang="en-US" altLang="ko-KR" sz="1000" b="0" kern="1200" spc="-10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US" altLang="ko-KR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3.1.1  (</a:t>
                      </a:r>
                      <a:r>
                        <a:rPr lang="ko-KR" altLang="en-US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기본 언어 표시</a:t>
                      </a:r>
                      <a:r>
                        <a:rPr lang="en-US" altLang="ko-KR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주로 사용하는 언어를 명시해야 한다</a:t>
                      </a:r>
                      <a:r>
                        <a:rPr lang="en-US" altLang="ko-KR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5237010"/>
                  </a:ext>
                </a:extLst>
              </a:tr>
              <a:tr h="349670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ko-KR" sz="1000" b="0" kern="1200" spc="-1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26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kumimoji="1" lang="ko-KR" altLang="en-US" sz="800" b="0" i="0" u="none" strike="noStrike" kern="1200" cap="none" spc="-80" normalizeH="0" baseline="0">
                        <a:ln>
                          <a:noFill/>
                        </a:ln>
                        <a:solidFill>
                          <a:srgbClr val="111111"/>
                        </a:solidFill>
                        <a:effectLst/>
                        <a:latin typeface="Spoqa Han Sans Neo" panose="020B0500000000000000" pitchFamily="50" charset="-127"/>
                        <a:ea typeface="Spoqa Han Sans Neo" panose="020B0500000000000000" pitchFamily="50" charset="-127"/>
                        <a:cs typeface="+mn-cs"/>
                      </a:endParaRPr>
                    </a:p>
                  </a:txBody>
                  <a:tcPr marL="36000" marR="36000" marT="8807" marB="8807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9569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3.2 </a:t>
                      </a:r>
                      <a:r>
                        <a:rPr lang="ko-KR" altLang="en-US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예측 가능성</a:t>
                      </a:r>
                      <a:endParaRPr lang="en-US" altLang="ko-KR" sz="1000" b="0" kern="1200" spc="-10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3.2.1  (</a:t>
                      </a:r>
                      <a:r>
                        <a:rPr lang="ko-KR" altLang="en-US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사용자 요구에 따른 실행</a:t>
                      </a:r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사용자가 의도하지 않은 기능</a:t>
                      </a:r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새 창</a:t>
                      </a:r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초점에 의한 맥락 변화 등</a:t>
                      </a:r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은 실행되지 않아야 한다</a:t>
                      </a:r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2793457"/>
                  </a:ext>
                </a:extLst>
              </a:tr>
              <a:tr h="349670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ko-KR" sz="1000" b="0" kern="1200" spc="-1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27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kumimoji="1" lang="ko-KR" altLang="en-US" sz="800" b="0" i="0" u="none" strike="noStrike" kern="1200" cap="none" spc="-80" normalizeH="0" baseline="0">
                        <a:ln>
                          <a:noFill/>
                        </a:ln>
                        <a:solidFill>
                          <a:srgbClr val="111111"/>
                        </a:solidFill>
                        <a:effectLst/>
                        <a:latin typeface="Spoqa Han Sans Neo" panose="020B0500000000000000" pitchFamily="50" charset="-127"/>
                        <a:ea typeface="Spoqa Han Sans Neo" panose="020B0500000000000000" pitchFamily="50" charset="-127"/>
                        <a:cs typeface="+mn-cs"/>
                      </a:endParaRPr>
                    </a:p>
                  </a:txBody>
                  <a:tcPr marL="36000" marR="36000" marT="8807" marB="8807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9569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u="none" strike="noStrike" spc="-80">
                        <a:solidFill>
                          <a:srgbClr val="000000"/>
                        </a:solidFill>
                        <a:latin typeface="Spoqa Han Sans Neo" panose="020B0500000000000000" pitchFamily="50" charset="-127"/>
                        <a:ea typeface="Spoqa Han Sans Neo" panose="020B0500000000000000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altLang="ko-KR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3.2.2  (</a:t>
                      </a:r>
                      <a:r>
                        <a:rPr lang="ko-KR" altLang="en-US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찾기 쉬운 도움 정보</a:t>
                      </a:r>
                      <a:r>
                        <a:rPr lang="en-US" altLang="ko-KR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도움 정보가 제공되는 경우</a:t>
                      </a:r>
                      <a:r>
                        <a:rPr lang="en-US" altLang="ko-KR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각 페이지에서 동일한 상대적인 순서로 접근할 수 있어야 한다</a:t>
                      </a:r>
                      <a:r>
                        <a:rPr lang="en-US" altLang="ko-KR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0043892"/>
                  </a:ext>
                </a:extLst>
              </a:tr>
              <a:tr h="224510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ko-KR" sz="1000" b="0" kern="1200" spc="-1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28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kumimoji="1" lang="ko-KR" altLang="en-US" sz="800" b="0" i="0" u="none" strike="noStrike" kern="1200" cap="none" spc="-80" normalizeH="0" baseline="0">
                        <a:ln>
                          <a:noFill/>
                        </a:ln>
                        <a:solidFill>
                          <a:srgbClr val="111111"/>
                        </a:solidFill>
                        <a:effectLst/>
                        <a:latin typeface="Spoqa Han Sans Neo" panose="020B0500000000000000" pitchFamily="50" charset="-127"/>
                        <a:ea typeface="Spoqa Han Sans Neo" panose="020B0500000000000000" pitchFamily="50" charset="-127"/>
                        <a:cs typeface="+mn-cs"/>
                      </a:endParaRPr>
                    </a:p>
                  </a:txBody>
                  <a:tcPr marL="36000" marR="36000" marT="8807" marB="8807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l" defTabSz="99569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3.3 </a:t>
                      </a:r>
                      <a:r>
                        <a:rPr lang="ko-KR" altLang="en-US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입력 도움</a:t>
                      </a:r>
                      <a:endParaRPr lang="en-US" altLang="ko-KR" sz="1000" b="0" kern="1200" spc="-10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US" altLang="ko-KR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3.3.1  (</a:t>
                      </a:r>
                      <a:r>
                        <a:rPr lang="ko-KR" altLang="en-US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레이블 제공</a:t>
                      </a:r>
                      <a:r>
                        <a:rPr lang="en-US" altLang="ko-KR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사용자 입력에는 대응하는 레이블을 제공해야 한다</a:t>
                      </a:r>
                      <a:r>
                        <a:rPr lang="en-US" altLang="ko-KR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4916647"/>
                  </a:ext>
                </a:extLst>
              </a:tr>
              <a:tr h="224510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ko-KR" sz="1000" b="0" kern="1200" spc="-1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29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kumimoji="1" lang="ko-KR" altLang="en-US" sz="800" b="0" i="0" u="none" strike="noStrike" kern="1200" cap="none" spc="-80" normalizeH="0" baseline="0">
                        <a:ln>
                          <a:noFill/>
                        </a:ln>
                        <a:solidFill>
                          <a:srgbClr val="111111"/>
                        </a:solidFill>
                        <a:effectLst/>
                        <a:latin typeface="Spoqa Han Sans Neo" panose="020B0500000000000000" pitchFamily="50" charset="-127"/>
                        <a:ea typeface="Spoqa Han Sans Neo" panose="020B0500000000000000" pitchFamily="50" charset="-127"/>
                        <a:cs typeface="+mn-cs"/>
                      </a:endParaRPr>
                    </a:p>
                  </a:txBody>
                  <a:tcPr marL="36000" marR="36000" marT="8807" marB="8807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9569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u="none" strike="noStrike" spc="-80">
                        <a:solidFill>
                          <a:srgbClr val="000000"/>
                        </a:solidFill>
                        <a:latin typeface="Spoqa Han Sans Neo" panose="020B0500000000000000" pitchFamily="50" charset="-127"/>
                        <a:ea typeface="Spoqa Han Sans Neo" panose="020B0500000000000000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3.3.2  </a:t>
                      </a:r>
                      <a:r>
                        <a:rPr lang="ko-KR" altLang="en-US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오류 정정</a:t>
                      </a:r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입력 오류를 정정할 수 있는 방법을 제공해야 한다</a:t>
                      </a:r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5648734"/>
                  </a:ext>
                </a:extLst>
              </a:tr>
              <a:tr h="224510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ko-KR" sz="1000" b="0" kern="1200" spc="-1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30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kumimoji="1" lang="ko-KR" altLang="en-US" sz="800" b="0" i="0" u="none" strike="noStrike" kern="1200" cap="none" spc="-80" normalizeH="0" baseline="0">
                        <a:ln>
                          <a:noFill/>
                        </a:ln>
                        <a:solidFill>
                          <a:srgbClr val="111111"/>
                        </a:solidFill>
                        <a:effectLst/>
                        <a:latin typeface="Spoqa Han Sans Neo" panose="020B0500000000000000" pitchFamily="50" charset="-127"/>
                        <a:ea typeface="Spoqa Han Sans Neo" panose="020B0500000000000000" pitchFamily="50" charset="-127"/>
                        <a:cs typeface="+mn-cs"/>
                      </a:endParaRPr>
                    </a:p>
                  </a:txBody>
                  <a:tcPr marL="36000" marR="36000" marT="8807" marB="8807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9569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u="none" strike="noStrike" spc="-80">
                        <a:solidFill>
                          <a:srgbClr val="000000"/>
                        </a:solidFill>
                        <a:latin typeface="Spoqa Han Sans Neo" panose="020B0500000000000000" pitchFamily="50" charset="-127"/>
                        <a:ea typeface="Spoqa Han Sans Neo" panose="020B0500000000000000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US" altLang="ko-KR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3.3.3  (</a:t>
                      </a:r>
                      <a:r>
                        <a:rPr lang="ko-KR" altLang="en-US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접근 가능한 인증</a:t>
                      </a:r>
                      <a:r>
                        <a:rPr lang="en-US" altLang="ko-KR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인증 과정은 인지 기능 테스트에만 의존해서는 안 된다</a:t>
                      </a:r>
                      <a:r>
                        <a:rPr lang="en-US" altLang="ko-KR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9120900"/>
                  </a:ext>
                </a:extLst>
              </a:tr>
              <a:tr h="224510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ko-KR" sz="1000" b="0" kern="1200" spc="-1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31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kumimoji="1" lang="ko-KR" altLang="en-US" sz="800" b="0" i="0" u="none" strike="noStrike" kern="1200" cap="none" spc="-80" normalizeH="0" baseline="0">
                        <a:ln>
                          <a:noFill/>
                        </a:ln>
                        <a:solidFill>
                          <a:srgbClr val="111111"/>
                        </a:solidFill>
                        <a:effectLst/>
                        <a:latin typeface="Spoqa Han Sans Neo" panose="020B0500000000000000" pitchFamily="50" charset="-127"/>
                        <a:ea typeface="Spoqa Han Sans Neo" panose="020B0500000000000000" pitchFamily="50" charset="-127"/>
                        <a:cs typeface="+mn-cs"/>
                      </a:endParaRPr>
                    </a:p>
                  </a:txBody>
                  <a:tcPr marL="36000" marR="36000" marT="8807" marB="8807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9569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u="none" strike="noStrike" spc="-80">
                        <a:solidFill>
                          <a:srgbClr val="000000"/>
                        </a:solidFill>
                        <a:latin typeface="Spoqa Han Sans Neo" panose="020B0500000000000000" pitchFamily="50" charset="-127"/>
                        <a:ea typeface="Spoqa Han Sans Neo" panose="020B0500000000000000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US" altLang="ko-KR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3.3.4  (</a:t>
                      </a:r>
                      <a:r>
                        <a:rPr lang="ko-KR" altLang="en-US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반복 입력 정보</a:t>
                      </a:r>
                      <a:r>
                        <a:rPr lang="en-US" altLang="ko-KR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반복되는 입력 정보는 자동 입력 또는 선택 입력할 수 있어야 한다</a:t>
                      </a:r>
                      <a:r>
                        <a:rPr lang="en-US" altLang="ko-KR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0388697"/>
                  </a:ext>
                </a:extLst>
              </a:tr>
              <a:tr h="348816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ko-KR" sz="1000" b="0" kern="1200" spc="-1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32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4. </a:t>
                      </a:r>
                      <a:r>
                        <a:rPr lang="ko-KR" altLang="en-US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견고성</a:t>
                      </a:r>
                      <a:endParaRPr lang="en-US" altLang="ko-KR" sz="1000" b="0" kern="1200" spc="-10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(Robust)</a:t>
                      </a:r>
                      <a:endParaRPr lang="ko-KR" altLang="en-US" sz="1000" b="0" kern="1200" spc="-10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8807" marB="8807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US" altLang="ko-KR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4.1 </a:t>
                      </a:r>
                      <a:r>
                        <a:rPr lang="ko-KR" altLang="en-US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문법 준수</a:t>
                      </a:r>
                      <a:endParaRPr lang="en-US" altLang="ko-KR" sz="1000" b="0" kern="1200" spc="-10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4.1.1  (</a:t>
                      </a:r>
                      <a:r>
                        <a:rPr lang="ko-KR" altLang="en-US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마크업 오류 방지</a:t>
                      </a:r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마크업 언어의 요소는 열고 닫음</a:t>
                      </a:r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중첩 관계 및 속성 선언에 오류가 없어야 한다</a:t>
                      </a:r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723097"/>
                  </a:ext>
                </a:extLst>
              </a:tr>
              <a:tr h="348816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ko-KR" sz="1000" b="0" kern="1200" spc="-1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33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kumimoji="1" lang="ko-KR" altLang="en-US" sz="800" b="0" i="0" u="none" strike="noStrike" kern="1200" cap="none" spc="-80" normalizeH="0" baseline="0">
                        <a:ln>
                          <a:noFill/>
                        </a:ln>
                        <a:solidFill>
                          <a:srgbClr val="111111"/>
                        </a:solidFill>
                        <a:effectLst/>
                        <a:latin typeface="Spoqa Han Sans Neo" panose="020B0500000000000000" pitchFamily="50" charset="-127"/>
                        <a:ea typeface="Spoqa Han Sans Neo" panose="020B0500000000000000" pitchFamily="50" charset="-127"/>
                        <a:cs typeface="+mn-cs"/>
                      </a:endParaRPr>
                    </a:p>
                  </a:txBody>
                  <a:tcPr marL="36000" marR="36000" marT="8807" marB="8807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US" altLang="ko-KR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4.2  </a:t>
                      </a:r>
                      <a:r>
                        <a:rPr lang="ko-KR" altLang="en-US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웹 애플리케이션 접근성</a:t>
                      </a:r>
                      <a:endParaRPr lang="en-US" altLang="ko-KR" sz="1000" b="0" kern="1200" spc="-10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US" altLang="ko-KR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4.2.1  (</a:t>
                      </a:r>
                      <a:r>
                        <a:rPr lang="ko-KR" altLang="en-US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웹 애플리케이션 접근성 준수</a:t>
                      </a:r>
                      <a:r>
                        <a:rPr lang="en-US" altLang="ko-KR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콘텐츠에 포함된 웹 애플리케이션은 접근성이 있어야 한다</a:t>
                      </a:r>
                      <a:r>
                        <a:rPr lang="en-US" altLang="ko-KR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22959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19717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96E36EB2-DB61-4425-8FA0-98537E3AD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latin typeface="+mn-lt"/>
              </a:rPr>
              <a:t>3. </a:t>
            </a:r>
            <a:r>
              <a:rPr lang="ko-KR" altLang="en-US">
                <a:latin typeface="+mn-lt"/>
              </a:rPr>
              <a:t>진단 방법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EDB2B2-0731-4254-88AA-0F48F509B9E1}"/>
              </a:ext>
            </a:extLst>
          </p:cNvPr>
          <p:cNvSpPr txBox="1"/>
          <p:nvPr/>
        </p:nvSpPr>
        <p:spPr>
          <a:xfrm>
            <a:off x="423307" y="815700"/>
            <a:ext cx="7955922" cy="40197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2000"/>
              </a:lnSpc>
            </a:pPr>
            <a:r>
              <a:rPr lang="ko-KR" altLang="en-US" sz="1200"/>
              <a:t>웹 접근성 진단은 접근성 전문가와 </a:t>
            </a:r>
            <a:r>
              <a:rPr lang="ko-KR" altLang="en-US" sz="1200" err="1"/>
              <a:t>전맹</a:t>
            </a:r>
            <a:r>
              <a:rPr lang="ko-KR" altLang="en-US" sz="1200"/>
              <a:t> 시각 장애인 사용자가 국가 표준 웹 접근성 품질 인증 심사와 </a:t>
            </a:r>
            <a:br>
              <a:rPr lang="en-US" altLang="ko-KR" sz="1200"/>
            </a:br>
            <a:r>
              <a:rPr lang="ko-KR" altLang="en-US" sz="1200"/>
              <a:t>동일한 기준과 방법으로 진단 수행</a:t>
            </a:r>
            <a:endParaRPr lang="en-US" altLang="ko-KR" sz="120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CD4E8BC-082C-43C3-A96F-B4F902938671}"/>
              </a:ext>
            </a:extLst>
          </p:cNvPr>
          <p:cNvSpPr/>
          <p:nvPr/>
        </p:nvSpPr>
        <p:spPr>
          <a:xfrm>
            <a:off x="3220426" y="2035750"/>
            <a:ext cx="1920684" cy="54410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solidFill>
                  <a:schemeClr val="tx1"/>
                </a:solidFill>
              </a:rPr>
              <a:t>전문가 진단</a:t>
            </a:r>
          </a:p>
        </p:txBody>
      </p:sp>
      <p:pic>
        <p:nvPicPr>
          <p:cNvPr id="12" name="그래픽 11">
            <a:extLst>
              <a:ext uri="{FF2B5EF4-FFF2-40B4-BE49-F238E27FC236}">
                <a16:creationId xmlns:a16="http://schemas.microsoft.com/office/drawing/2014/main" id="{2AD1E820-C86B-4A58-B0D0-D9ABF5A641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96364" y="1455020"/>
            <a:ext cx="368808" cy="368808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7EEA93CC-9A4E-4C27-A2CC-9258829A137C}"/>
              </a:ext>
            </a:extLst>
          </p:cNvPr>
          <p:cNvSpPr/>
          <p:nvPr/>
        </p:nvSpPr>
        <p:spPr>
          <a:xfrm>
            <a:off x="6676249" y="2035750"/>
            <a:ext cx="1920684" cy="54410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solidFill>
                  <a:schemeClr val="tx1"/>
                </a:solidFill>
              </a:rPr>
              <a:t>장애인 사용자 진단</a:t>
            </a: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DA0014FD-A317-400E-90D9-F8A729B976E2}"/>
              </a:ext>
            </a:extLst>
          </p:cNvPr>
          <p:cNvCxnSpPr>
            <a:cxnSpLocks/>
            <a:stCxn id="12" idx="2"/>
            <a:endCxn id="11" idx="0"/>
          </p:cNvCxnSpPr>
          <p:nvPr/>
        </p:nvCxnSpPr>
        <p:spPr>
          <a:xfrm>
            <a:off x="4180768" y="1823828"/>
            <a:ext cx="0" cy="21192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그래픽 14">
            <a:extLst>
              <a:ext uri="{FF2B5EF4-FFF2-40B4-BE49-F238E27FC236}">
                <a16:creationId xmlns:a16="http://schemas.microsoft.com/office/drawing/2014/main" id="{7A1F47D9-7E20-4E04-BBC1-56FF7F5EA4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52187" y="1457820"/>
            <a:ext cx="368808" cy="368808"/>
          </a:xfrm>
          <a:prstGeom prst="rect">
            <a:avLst/>
          </a:prstGeom>
        </p:spPr>
      </p:pic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CD4A0C47-AC61-4376-8490-0D775FF98A2E}"/>
              </a:ext>
            </a:extLst>
          </p:cNvPr>
          <p:cNvCxnSpPr>
            <a:cxnSpLocks/>
            <a:stCxn id="15" idx="2"/>
            <a:endCxn id="13" idx="0"/>
          </p:cNvCxnSpPr>
          <p:nvPr/>
        </p:nvCxnSpPr>
        <p:spPr>
          <a:xfrm>
            <a:off x="7636591" y="1826628"/>
            <a:ext cx="0" cy="20912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표 24">
            <a:extLst>
              <a:ext uri="{FF2B5EF4-FFF2-40B4-BE49-F238E27FC236}">
                <a16:creationId xmlns:a16="http://schemas.microsoft.com/office/drawing/2014/main" id="{8DE66E96-4099-460C-8F6D-3CED5C7D56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0851243"/>
              </p:ext>
            </p:extLst>
          </p:nvPr>
        </p:nvGraphicFramePr>
        <p:xfrm>
          <a:off x="631825" y="2788035"/>
          <a:ext cx="8642350" cy="3516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3680">
                  <a:extLst>
                    <a:ext uri="{9D8B030D-6E8A-4147-A177-3AD203B41FA5}">
                      <a16:colId xmlns:a16="http://schemas.microsoft.com/office/drawing/2014/main" val="3213519000"/>
                    </a:ext>
                  </a:extLst>
                </a:gridCol>
                <a:gridCol w="3394335">
                  <a:extLst>
                    <a:ext uri="{9D8B030D-6E8A-4147-A177-3AD203B41FA5}">
                      <a16:colId xmlns:a16="http://schemas.microsoft.com/office/drawing/2014/main" val="3136034544"/>
                    </a:ext>
                  </a:extLst>
                </a:gridCol>
                <a:gridCol w="3394335">
                  <a:extLst>
                    <a:ext uri="{9D8B030D-6E8A-4147-A177-3AD203B41FA5}">
                      <a16:colId xmlns:a16="http://schemas.microsoft.com/office/drawing/2014/main" val="3779783522"/>
                    </a:ext>
                  </a:extLst>
                </a:gridCol>
              </a:tblGrid>
              <a:tr h="852813">
                <a:tc>
                  <a:txBody>
                    <a:bodyPr/>
                    <a:lstStyle/>
                    <a:p>
                      <a:pPr latinLnBrk="0">
                        <a:lnSpc>
                          <a:spcPct val="112000"/>
                        </a:lnSpc>
                        <a:spcAft>
                          <a:spcPts val="800"/>
                        </a:spcAft>
                      </a:pPr>
                      <a:r>
                        <a:rPr lang="ko-KR" altLang="en-US" sz="1200" b="1">
                          <a:solidFill>
                            <a:schemeClr val="tx1"/>
                          </a:solidFill>
                          <a:latin typeface="+mn-lt"/>
                        </a:rPr>
                        <a:t>진단 내용</a:t>
                      </a:r>
                    </a:p>
                  </a:txBody>
                  <a:tcPr marT="216000" marB="216000"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0">
                        <a:lnSpc>
                          <a:spcPct val="112000"/>
                        </a:lnSpc>
                        <a:spcAft>
                          <a:spcPts val="800"/>
                        </a:spcAft>
                      </a:pPr>
                      <a:r>
                        <a:rPr lang="ko-KR" alt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진단 기준의 정성적 평가</a:t>
                      </a:r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+mn-lt"/>
                        </a:rPr>
                        <a:t>, </a:t>
                      </a:r>
                      <a:br>
                        <a:rPr lang="en-US" altLang="ko-KR" sz="1200" b="0">
                          <a:solidFill>
                            <a:schemeClr val="tx1"/>
                          </a:solidFill>
                          <a:latin typeface="+mn-lt"/>
                        </a:rPr>
                      </a:br>
                      <a:r>
                        <a:rPr lang="ko-KR" alt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개선 사항 적용 여부 점검</a:t>
                      </a:r>
                    </a:p>
                  </a:txBody>
                  <a:tcPr marL="432000" marR="432000" marT="216000" marB="216000"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0">
                        <a:lnSpc>
                          <a:spcPct val="112000"/>
                        </a:lnSpc>
                        <a:spcAft>
                          <a:spcPts val="800"/>
                        </a:spcAft>
                      </a:pPr>
                      <a:r>
                        <a:rPr lang="ko-KR" alt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전맹 시각 장애인 사용자의 주요 과업별 성공여부 진단</a:t>
                      </a:r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+mn-lt"/>
                        </a:rPr>
                        <a:t>, </a:t>
                      </a:r>
                      <a:r>
                        <a:rPr lang="ko-KR" alt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과업 성공률 </a:t>
                      </a:r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+mn-lt"/>
                        </a:rPr>
                        <a:t>100% </a:t>
                      </a:r>
                      <a:r>
                        <a:rPr lang="ko-KR" alt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여부 점검</a:t>
                      </a:r>
                    </a:p>
                  </a:txBody>
                  <a:tcPr marL="432000" marR="432000" marT="216000" marB="216000"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141572"/>
                  </a:ext>
                </a:extLst>
              </a:tr>
              <a:tr h="852813">
                <a:tc>
                  <a:txBody>
                    <a:bodyPr/>
                    <a:lstStyle/>
                    <a:p>
                      <a:pPr latinLnBrk="0">
                        <a:lnSpc>
                          <a:spcPct val="112000"/>
                        </a:lnSpc>
                        <a:spcAft>
                          <a:spcPts val="800"/>
                        </a:spcAft>
                      </a:pPr>
                      <a:r>
                        <a:rPr lang="ko-KR" altLang="en-US" sz="1200" b="1">
                          <a:solidFill>
                            <a:schemeClr val="tx1"/>
                          </a:solidFill>
                          <a:latin typeface="+mn-lt"/>
                        </a:rPr>
                        <a:t>진단 기준</a:t>
                      </a:r>
                    </a:p>
                  </a:txBody>
                  <a:tcPr marT="216000" marB="216000"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0">
                        <a:lnSpc>
                          <a:spcPct val="112000"/>
                        </a:lnSpc>
                        <a:spcAft>
                          <a:spcPts val="800"/>
                        </a:spcAft>
                      </a:pPr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+mn-lt"/>
                        </a:rPr>
                        <a:t>KWVAG2.2</a:t>
                      </a:r>
                      <a:r>
                        <a:rPr lang="ko-KR" alt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의 </a:t>
                      </a:r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+mn-lt"/>
                        </a:rPr>
                        <a:t>33</a:t>
                      </a:r>
                      <a:r>
                        <a:rPr lang="ko-KR" alt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개 지표를</a:t>
                      </a:r>
                      <a:endParaRPr lang="en-US" altLang="ko-KR" sz="1200" b="0">
                        <a:solidFill>
                          <a:schemeClr val="tx1"/>
                        </a:solidFill>
                        <a:latin typeface="+mn-lt"/>
                      </a:endParaRPr>
                    </a:p>
                    <a:p>
                      <a:pPr latinLnBrk="0">
                        <a:lnSpc>
                          <a:spcPct val="112000"/>
                        </a:lnSpc>
                        <a:spcAft>
                          <a:spcPts val="800"/>
                        </a:spcAft>
                      </a:pPr>
                      <a:r>
                        <a:rPr lang="ko-KR" alt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소스 수준에서 평가</a:t>
                      </a:r>
                    </a:p>
                  </a:txBody>
                  <a:tcPr marL="432000" marR="432000" marT="216000" marB="216000"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0">
                        <a:lnSpc>
                          <a:spcPct val="112000"/>
                        </a:lnSpc>
                        <a:spcAft>
                          <a:spcPts val="800"/>
                        </a:spcAft>
                      </a:pPr>
                      <a:r>
                        <a:rPr lang="ko-KR" alt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대상 사이트별 주요 과업에 대해 성공 여부 평가</a:t>
                      </a:r>
                    </a:p>
                  </a:txBody>
                  <a:tcPr marL="432000" marR="432000" marT="216000" marB="216000"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534685"/>
                  </a:ext>
                </a:extLst>
              </a:tr>
              <a:tr h="610346">
                <a:tc>
                  <a:txBody>
                    <a:bodyPr/>
                    <a:lstStyle/>
                    <a:p>
                      <a:pPr latinLnBrk="0">
                        <a:lnSpc>
                          <a:spcPct val="112000"/>
                        </a:lnSpc>
                        <a:spcAft>
                          <a:spcPts val="800"/>
                        </a:spcAft>
                      </a:pPr>
                      <a:r>
                        <a:rPr lang="ko-KR" altLang="en-US" sz="1200" b="1">
                          <a:solidFill>
                            <a:schemeClr val="tx1"/>
                          </a:solidFill>
                          <a:latin typeface="+mn-lt"/>
                        </a:rPr>
                        <a:t>활용 도구</a:t>
                      </a:r>
                    </a:p>
                  </a:txBody>
                  <a:tcPr marT="216000" marB="216000"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latinLnBrk="0">
                        <a:lnSpc>
                          <a:spcPct val="112000"/>
                        </a:lnSpc>
                        <a:spcAft>
                          <a:spcPts val="800"/>
                        </a:spcAft>
                      </a:pPr>
                      <a:r>
                        <a:rPr lang="ko-KR" alt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웹 접근성 자동 진단 도구</a:t>
                      </a:r>
                      <a:endParaRPr lang="en-US" altLang="ko-KR" sz="1200" b="0">
                        <a:solidFill>
                          <a:schemeClr val="tx1"/>
                        </a:solidFill>
                        <a:latin typeface="+mn-lt"/>
                      </a:endParaRPr>
                    </a:p>
                    <a:p>
                      <a:pPr latinLnBrk="0">
                        <a:lnSpc>
                          <a:spcPct val="112000"/>
                        </a:lnSpc>
                        <a:spcAft>
                          <a:spcPts val="800"/>
                        </a:spcAft>
                      </a:pPr>
                      <a:r>
                        <a:rPr lang="ko-KR" alt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명도대비 점검 도구</a:t>
                      </a:r>
                      <a:endParaRPr lang="en-US" altLang="ko-KR" sz="1200" b="0">
                        <a:solidFill>
                          <a:schemeClr val="tx1"/>
                        </a:solidFill>
                        <a:latin typeface="+mn-lt"/>
                      </a:endParaRPr>
                    </a:p>
                    <a:p>
                      <a:pPr latinLnBrk="0">
                        <a:lnSpc>
                          <a:spcPct val="112000"/>
                        </a:lnSpc>
                        <a:spcAft>
                          <a:spcPts val="800"/>
                        </a:spcAft>
                      </a:pPr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+mn-lt"/>
                        </a:rPr>
                        <a:t>W3C Markup Validator</a:t>
                      </a:r>
                    </a:p>
                    <a:p>
                      <a:pPr latinLnBrk="0">
                        <a:lnSpc>
                          <a:spcPct val="112000"/>
                        </a:lnSpc>
                        <a:spcAft>
                          <a:spcPts val="800"/>
                        </a:spcAft>
                      </a:pPr>
                      <a:r>
                        <a:rPr lang="ko-KR" alt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키보드</a:t>
                      </a:r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+mn-lt"/>
                        </a:rPr>
                        <a:t>, </a:t>
                      </a:r>
                      <a:r>
                        <a:rPr lang="ko-KR" alt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마우스</a:t>
                      </a:r>
                    </a:p>
                  </a:txBody>
                  <a:tcPr marL="432000" marR="432000" marT="216000" marB="216000"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latinLnBrk="0">
                        <a:lnSpc>
                          <a:spcPct val="112000"/>
                        </a:lnSpc>
                        <a:spcAft>
                          <a:spcPts val="800"/>
                        </a:spcAft>
                      </a:pPr>
                      <a:r>
                        <a:rPr lang="ko-KR" alt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스크린 리더</a:t>
                      </a:r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+mn-lt"/>
                        </a:rPr>
                        <a:t>(</a:t>
                      </a:r>
                      <a:r>
                        <a:rPr lang="ko-KR" alt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센스 리더</a:t>
                      </a:r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+mn-lt"/>
                        </a:rPr>
                        <a:t>, JAWS </a:t>
                      </a:r>
                      <a:r>
                        <a:rPr lang="ko-KR" alt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등</a:t>
                      </a:r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+mn-lt"/>
                        </a:rPr>
                        <a:t>)</a:t>
                      </a:r>
                    </a:p>
                    <a:p>
                      <a:pPr latinLnBrk="0">
                        <a:lnSpc>
                          <a:spcPct val="112000"/>
                        </a:lnSpc>
                        <a:spcAft>
                          <a:spcPts val="800"/>
                        </a:spcAft>
                      </a:pPr>
                      <a:r>
                        <a:rPr lang="ko-KR" alt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웹브라우저 확대도구</a:t>
                      </a:r>
                      <a:endParaRPr lang="en-US" altLang="ko-KR" sz="1200" b="0">
                        <a:solidFill>
                          <a:schemeClr val="tx1"/>
                        </a:solidFill>
                        <a:latin typeface="+mn-lt"/>
                      </a:endParaRPr>
                    </a:p>
                    <a:p>
                      <a:pPr latinLnBrk="0">
                        <a:lnSpc>
                          <a:spcPct val="112000"/>
                        </a:lnSpc>
                        <a:spcAft>
                          <a:spcPts val="800"/>
                        </a:spcAft>
                      </a:pPr>
                      <a:r>
                        <a:rPr lang="ko-KR" alt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고대비 모드</a:t>
                      </a:r>
                      <a:endParaRPr lang="en-US" altLang="ko-KR" sz="1200" b="0">
                        <a:solidFill>
                          <a:schemeClr val="tx1"/>
                        </a:solidFill>
                        <a:latin typeface="+mn-lt"/>
                      </a:endParaRPr>
                    </a:p>
                    <a:p>
                      <a:pPr latinLnBrk="0">
                        <a:lnSpc>
                          <a:spcPct val="112000"/>
                        </a:lnSpc>
                        <a:spcAft>
                          <a:spcPts val="800"/>
                        </a:spcAft>
                      </a:pPr>
                      <a:r>
                        <a:rPr lang="ko-KR" alt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키보드</a:t>
                      </a:r>
                      <a:endParaRPr lang="en-US" altLang="ko-KR" sz="1200" b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432000" marR="432000" marT="216000" marB="216000"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1399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45377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77;p4">
            <a:extLst>
              <a:ext uri="{FF2B5EF4-FFF2-40B4-BE49-F238E27FC236}">
                <a16:creationId xmlns:a16="http://schemas.microsoft.com/office/drawing/2014/main" id="{44F0D469-BD89-4FEE-85D3-862CFE6E82FA}"/>
              </a:ext>
            </a:extLst>
          </p:cNvPr>
          <p:cNvSpPr/>
          <p:nvPr/>
        </p:nvSpPr>
        <p:spPr>
          <a:xfrm>
            <a:off x="1382067" y="1090255"/>
            <a:ext cx="587693" cy="58769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altLang="ko-KR" sz="2200">
                <a:solidFill>
                  <a:schemeClr val="tx2"/>
                </a:solidFill>
                <a:latin typeface="+mj-ea"/>
                <a:ea typeface="+mj-ea"/>
              </a:rPr>
              <a:t>Ⅱ</a:t>
            </a:r>
            <a:endParaRPr sz="2200">
              <a:solidFill>
                <a:schemeClr val="tx2"/>
              </a:solidFill>
              <a:latin typeface="+mj-ea"/>
              <a:ea typeface="+mj-ea"/>
              <a:sym typeface="Arial"/>
            </a:endParaRPr>
          </a:p>
        </p:txBody>
      </p:sp>
      <p:sp>
        <p:nvSpPr>
          <p:cNvPr id="4" name="Google Shape;78;p4">
            <a:extLst>
              <a:ext uri="{FF2B5EF4-FFF2-40B4-BE49-F238E27FC236}">
                <a16:creationId xmlns:a16="http://schemas.microsoft.com/office/drawing/2014/main" id="{FEC4E9F8-9F54-4403-818E-7B2AA489689F}"/>
              </a:ext>
            </a:extLst>
          </p:cNvPr>
          <p:cNvSpPr txBox="1"/>
          <p:nvPr/>
        </p:nvSpPr>
        <p:spPr>
          <a:xfrm>
            <a:off x="2159000" y="1128068"/>
            <a:ext cx="6364933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ko-KR" altLang="en-US" sz="2800" b="1" dirty="0">
                <a:solidFill>
                  <a:schemeClr val="lt1"/>
                </a:solidFill>
                <a:latin typeface="+mn-ea"/>
                <a:sym typeface="Arial"/>
              </a:rPr>
              <a:t>진단 결과 및 개선 방안</a:t>
            </a:r>
            <a:r>
              <a:rPr lang="en-US" altLang="ko-KR" sz="2800" b="1" dirty="0">
                <a:solidFill>
                  <a:schemeClr val="lt1"/>
                </a:solidFill>
                <a:latin typeface="+mn-ea"/>
                <a:sym typeface="Arial"/>
              </a:rPr>
              <a:t>(</a:t>
            </a:r>
            <a:r>
              <a:rPr lang="ko-KR" altLang="en-US" sz="2800" b="1" dirty="0">
                <a:solidFill>
                  <a:schemeClr val="lt1"/>
                </a:solidFill>
                <a:latin typeface="+mn-ea"/>
                <a:sym typeface="Arial"/>
              </a:rPr>
              <a:t>국문 </a:t>
            </a:r>
            <a:r>
              <a:rPr lang="en-US" altLang="ko-KR" sz="2800" b="1" dirty="0">
                <a:solidFill>
                  <a:schemeClr val="lt1"/>
                </a:solidFill>
                <a:latin typeface="+mn-ea"/>
                <a:sym typeface="Arial"/>
              </a:rPr>
              <a:t>Mobile)</a:t>
            </a:r>
            <a:endParaRPr b="1" dirty="0"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7B09DC-00E1-488A-95EB-DE5320F5DD89}"/>
              </a:ext>
            </a:extLst>
          </p:cNvPr>
          <p:cNvSpPr txBox="1"/>
          <p:nvPr/>
        </p:nvSpPr>
        <p:spPr>
          <a:xfrm>
            <a:off x="2159001" y="2184851"/>
            <a:ext cx="28998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60000" indent="-360000">
              <a:spcAft>
                <a:spcPts val="1000"/>
              </a:spcAft>
              <a:buFont typeface="+mj-lt"/>
              <a:buAutoNum type="arabicPeriod"/>
            </a:pPr>
            <a:r>
              <a:rPr lang="ko-KR" altLang="en-US" sz="2000">
                <a:solidFill>
                  <a:schemeClr val="bg1">
                    <a:lumMod val="95000"/>
                  </a:schemeClr>
                </a:solidFill>
              </a:rPr>
              <a:t>진단 결과 및 개선 방안</a:t>
            </a:r>
            <a:endParaRPr lang="en-US" altLang="ko-KR" sz="200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65604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177026-12EE-B2C6-66F1-E778ED0C9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진단 결과 및 개선 방안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248377-179D-B04A-A509-52564C444D5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로고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66559B1-07E9-9A92-6F98-0E08CE188BF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https://www.ksd.or.kr/ko/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8FB49DC3-5F12-9DEF-37AE-242408625EC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/>
              <a:t>1. (</a:t>
            </a:r>
            <a:r>
              <a:rPr lang="ko-KR" altLang="en-US" dirty="0"/>
              <a:t>적절한 </a:t>
            </a:r>
            <a:endParaRPr lang="en-US" altLang="ko-KR" dirty="0"/>
          </a:p>
          <a:p>
            <a:r>
              <a:rPr lang="ko-KR" altLang="en-US" dirty="0"/>
              <a:t> 제공</a:t>
            </a:r>
            <a:r>
              <a:rPr lang="en-US" altLang="ko-KR" dirty="0"/>
              <a:t>) </a:t>
            </a:r>
            <a:r>
              <a:rPr lang="ko-KR" altLang="en-US" dirty="0"/>
              <a:t>텍스트 아닌 콘텐츠는 그 의미나 용도를 인식할 수 있도록 대체 텍스트를 제공해야 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241B75A-CC48-108B-823D-F58C1172E3D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&lt;</a:t>
            </a:r>
            <a:r>
              <a:rPr lang="en-US" altLang="ko-KR" dirty="0" err="1"/>
              <a:t>img</a:t>
            </a:r>
            <a:r>
              <a:rPr lang="en-US" altLang="ko-KR" dirty="0"/>
              <a:t>&gt;,&lt;input type="image"&gt; </a:t>
            </a:r>
            <a:r>
              <a:rPr lang="ko-KR" altLang="en-US" dirty="0"/>
              <a:t>등 이미지 요소에 대해 </a:t>
            </a:r>
            <a:r>
              <a:rPr lang="en-US" altLang="ko-KR" dirty="0"/>
              <a:t>alt </a:t>
            </a:r>
            <a:r>
              <a:rPr lang="ko-KR" altLang="en-US" dirty="0"/>
              <a:t>속성을 제공하지 않거나 </a:t>
            </a:r>
            <a:r>
              <a:rPr lang="en-US" altLang="ko-KR" dirty="0"/>
              <a:t>alt</a:t>
            </a:r>
            <a:r>
              <a:rPr lang="ko-KR" altLang="en-US" dirty="0"/>
              <a:t>속성은 선언되었으나 그 내용이 </a:t>
            </a:r>
            <a:r>
              <a:rPr lang="en-US" altLang="ko-KR" dirty="0" err="1"/>
              <a:t>img</a:t>
            </a:r>
            <a:r>
              <a:rPr lang="ko-KR" altLang="en-US" dirty="0"/>
              <a:t>의 내용을 대체할 수 없는 경우 그리고 오타로 표기되어 의미가 변경된 경우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7A1EE237-D9C6-EBD6-075F-F90999131D8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ko-KR" altLang="en-US" dirty="0"/>
              <a:t>움직이는 이미지</a:t>
            </a:r>
            <a:r>
              <a:rPr lang="en-US" altLang="ko-KR" dirty="0"/>
              <a:t>(gif)</a:t>
            </a:r>
            <a:r>
              <a:rPr lang="ko-KR" altLang="en-US" dirty="0"/>
              <a:t>에 포함된 텍스트를 생략하지 않고 동일하게 제공해야 함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4E9A4073-08E3-5488-06DF-D8BB4757375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" r="84237" b="89086"/>
          <a:stretch/>
        </p:blipFill>
        <p:spPr>
          <a:xfrm>
            <a:off x="5972911" y="3115721"/>
            <a:ext cx="2836976" cy="916296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grpSp>
        <p:nvGrpSpPr>
          <p:cNvPr id="12" name="그룹 11">
            <a:extLst>
              <a:ext uri="{FF2B5EF4-FFF2-40B4-BE49-F238E27FC236}">
                <a16:creationId xmlns:a16="http://schemas.microsoft.com/office/drawing/2014/main" id="{9C9CD797-9DBE-E2A2-5868-67178156DA1A}"/>
              </a:ext>
            </a:extLst>
          </p:cNvPr>
          <p:cNvGrpSpPr/>
          <p:nvPr/>
        </p:nvGrpSpPr>
        <p:grpSpPr>
          <a:xfrm>
            <a:off x="650569" y="5178124"/>
            <a:ext cx="4104000" cy="693744"/>
            <a:chOff x="631825" y="4319397"/>
            <a:chExt cx="4104000" cy="693744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ACFC5A0-5DFB-E66A-6389-B71A30D77ACB}"/>
                </a:ext>
              </a:extLst>
            </p:cNvPr>
            <p:cNvSpPr txBox="1"/>
            <p:nvPr/>
          </p:nvSpPr>
          <p:spPr>
            <a:xfrm>
              <a:off x="632129" y="4319397"/>
              <a:ext cx="1584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개선 방안 </a:t>
              </a: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62BF2211-4716-D8A4-63CF-665668E09959}"/>
                </a:ext>
              </a:extLst>
            </p:cNvPr>
            <p:cNvSpPr/>
            <p:nvPr/>
          </p:nvSpPr>
          <p:spPr>
            <a:xfrm>
              <a:off x="631825" y="4530600"/>
              <a:ext cx="4104000" cy="482541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&lt;a 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href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="/ko/" class="header-logo"&gt;&lt;span class="hidden"&gt;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1974-2024  </a:t>
              </a:r>
              <a:r>
                <a:rPr lang="ko-KR" altLang="en-US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한국예탁결제원 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50</a:t>
              </a:r>
              <a:r>
                <a:rPr lang="ko-KR" altLang="en-US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주년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, KSD </a:t>
              </a:r>
              <a:r>
                <a:rPr lang="ko-KR" altLang="en-US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한국예탁결제원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&lt;/span&gt;&lt;/a&gt;</a:t>
              </a:r>
              <a:endParaRPr lang="ko-KR" altLang="en-US" sz="8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22E5A29F-EBFD-D501-EAEA-E60E82BFE665}"/>
              </a:ext>
            </a:extLst>
          </p:cNvPr>
          <p:cNvGrpSpPr/>
          <p:nvPr/>
        </p:nvGrpSpPr>
        <p:grpSpPr>
          <a:xfrm>
            <a:off x="631825" y="3857164"/>
            <a:ext cx="4104000" cy="693744"/>
            <a:chOff x="631825" y="4319397"/>
            <a:chExt cx="4104000" cy="693744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CDED343-00D4-B924-FA1F-A6E0F51C8EF2}"/>
                </a:ext>
              </a:extLst>
            </p:cNvPr>
            <p:cNvSpPr txBox="1"/>
            <p:nvPr/>
          </p:nvSpPr>
          <p:spPr>
            <a:xfrm>
              <a:off x="632129" y="4319397"/>
              <a:ext cx="1584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문제점</a:t>
              </a: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5DA24720-ED5B-8A14-64BA-0FD02A395079}"/>
                </a:ext>
              </a:extLst>
            </p:cNvPr>
            <p:cNvSpPr/>
            <p:nvPr/>
          </p:nvSpPr>
          <p:spPr>
            <a:xfrm>
              <a:off x="631825" y="4530600"/>
              <a:ext cx="4104000" cy="482541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&lt;a 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href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="/ko/" class="header-logo"&gt;&lt;span class="hidden"&gt;</a:t>
              </a:r>
              <a:r>
                <a:rPr lang="en-US" altLang="ko-KR" sz="800" b="1" dirty="0">
                  <a:solidFill>
                    <a:schemeClr val="accent5"/>
                  </a:solidFill>
                  <a:latin typeface="Consolas" panose="020B0609020204030204" pitchFamily="49" charset="0"/>
                </a:rPr>
                <a:t>KSD </a:t>
              </a:r>
              <a:r>
                <a:rPr lang="ko-KR" altLang="en-US" sz="800" b="1" dirty="0">
                  <a:solidFill>
                    <a:schemeClr val="accent5"/>
                  </a:solidFill>
                  <a:latin typeface="Consolas" panose="020B0609020204030204" pitchFamily="49" charset="0"/>
                </a:rPr>
                <a:t>한국예탁결제원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&lt;/span&gt;&lt;/a&gt;</a:t>
              </a:r>
              <a:endParaRPr lang="ko-KR" altLang="en-US" sz="8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</p:grpSp>
      <p:pic>
        <p:nvPicPr>
          <p:cNvPr id="19" name="그림 18">
            <a:extLst>
              <a:ext uri="{FF2B5EF4-FFF2-40B4-BE49-F238E27FC236}">
                <a16:creationId xmlns:a16="http://schemas.microsoft.com/office/drawing/2014/main" id="{70F85729-39FB-B4AA-8601-2CB6972C2D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2912" y="4198434"/>
            <a:ext cx="2836976" cy="1034168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6862209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6E32E-8948-32E5-7BBE-68E21121D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951DC3-73BA-79FE-B2A3-2FB0C971D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/>
              <a:t>진단 결과 및 개선 방안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F795FE0-5504-E262-4CA1-2086745C2A4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전체메뉴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E1C197E-4D9E-BB77-8C62-86A0696F5D7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https://www.ksd.or.kr/ko/</a:t>
            </a:r>
            <a:endParaRPr lang="ko-KR" altLang="en-US" dirty="0"/>
          </a:p>
        </p:txBody>
      </p:sp>
      <p:sp>
        <p:nvSpPr>
          <p:cNvPr id="18" name="텍스트 개체 틀 5">
            <a:extLst>
              <a:ext uri="{FF2B5EF4-FFF2-40B4-BE49-F238E27FC236}">
                <a16:creationId xmlns:a16="http://schemas.microsoft.com/office/drawing/2014/main" id="{9D99C763-A5D0-7E85-4CFB-7B292F27760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/>
              <a:t>19. (</a:t>
            </a:r>
            <a:r>
              <a:rPr lang="ko-KR" altLang="en-US" dirty="0"/>
              <a:t>적절한 링크 텍스트</a:t>
            </a:r>
            <a:r>
              <a:rPr lang="en-US" altLang="ko-KR" dirty="0"/>
              <a:t>) </a:t>
            </a:r>
            <a:r>
              <a:rPr lang="ko-KR" altLang="en-US" dirty="0"/>
              <a:t>링크 텍스트는 용도나 목적을 이해할 수 있도록 제공해야 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9" name="텍스트 개체 틀 3">
            <a:extLst>
              <a:ext uri="{FF2B5EF4-FFF2-40B4-BE49-F238E27FC236}">
                <a16:creationId xmlns:a16="http://schemas.microsoft.com/office/drawing/2014/main" id="{5F8A6F92-EB39-2F0D-4A60-EB03ED502F1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목적이나 용도를 알기 어려운 링크 텍스트를 제공한 경우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EA9FD7D1-11B6-C6A9-F05F-B38F724C25E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1214702"/>
          </a:xfrm>
        </p:spPr>
        <p:txBody>
          <a:bodyPr/>
          <a:lstStyle/>
          <a:p>
            <a:r>
              <a:rPr lang="ko-KR" altLang="en-US" dirty="0"/>
              <a:t>버튼 내부 텍스트만으로 목적을 충분히 이해할 수 있음에도 불구하고 </a:t>
            </a:r>
            <a:r>
              <a:rPr lang="en-US" altLang="ko-KR" dirty="0"/>
              <a:t>title </a:t>
            </a:r>
            <a:r>
              <a:rPr lang="ko-KR" altLang="en-US" dirty="0"/>
              <a:t>속성에 동일한 설명을 중복 제공함</a:t>
            </a:r>
          </a:p>
          <a:p>
            <a:r>
              <a:rPr lang="ko-KR" altLang="en-US" dirty="0"/>
              <a:t>스크린 리더 사용자가 동일한 내용을 중복 제공받지 않도록 </a:t>
            </a:r>
            <a:r>
              <a:rPr lang="en-US" altLang="ko-KR" dirty="0"/>
              <a:t>title </a:t>
            </a:r>
            <a:r>
              <a:rPr lang="ko-KR" altLang="en-US" dirty="0"/>
              <a:t>속성을 삭제할 것을 권장함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5879B44A-FE41-44D7-2141-BCFA238AEF58}"/>
              </a:ext>
            </a:extLst>
          </p:cNvPr>
          <p:cNvGrpSpPr/>
          <p:nvPr/>
        </p:nvGrpSpPr>
        <p:grpSpPr>
          <a:xfrm>
            <a:off x="650569" y="5169652"/>
            <a:ext cx="4104000" cy="963561"/>
            <a:chOff x="631825" y="4319397"/>
            <a:chExt cx="4104000" cy="963561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82BED28-18C3-295B-D8DE-090B6C524D60}"/>
                </a:ext>
              </a:extLst>
            </p:cNvPr>
            <p:cNvSpPr txBox="1"/>
            <p:nvPr/>
          </p:nvSpPr>
          <p:spPr>
            <a:xfrm>
              <a:off x="632129" y="4319397"/>
              <a:ext cx="1584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개선 방안 </a:t>
              </a: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0A8CD4BB-B80D-9D9F-3E09-0A06E51C0FDA}"/>
                </a:ext>
              </a:extLst>
            </p:cNvPr>
            <p:cNvSpPr/>
            <p:nvPr/>
          </p:nvSpPr>
          <p:spPr>
            <a:xfrm>
              <a:off x="631825" y="4530600"/>
              <a:ext cx="4104000" cy="752358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&lt;button </a:t>
              </a:r>
              <a:r>
                <a:rPr lang="en-US" altLang="ko-KR" sz="800" b="1" strike="sngStrike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title="</a:t>
              </a:r>
              <a:r>
                <a:rPr lang="ko-KR" altLang="en-US" sz="800" b="1" strike="sngStrike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전체메뉴</a:t>
              </a:r>
              <a:r>
                <a:rPr lang="en-US" altLang="ko-KR" sz="800" b="1" strike="sngStrike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"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type="button" class="ant-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btn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menu-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btn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" ant-click-animating-without-extra-node="false"&gt;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 &lt;span class="hidden"&gt;</a:t>
              </a:r>
              <a:r>
                <a:rPr lang="ko-KR" altLang="en-US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전체메뉴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&lt;/span&gt;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&lt;/button&gt;</a:t>
              </a: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F519CE45-71F4-9F19-1A3D-C62D55D800F1}"/>
              </a:ext>
            </a:extLst>
          </p:cNvPr>
          <p:cNvGrpSpPr/>
          <p:nvPr/>
        </p:nvGrpSpPr>
        <p:grpSpPr>
          <a:xfrm>
            <a:off x="631825" y="3857164"/>
            <a:ext cx="4104000" cy="963561"/>
            <a:chOff x="631825" y="4319397"/>
            <a:chExt cx="4104000" cy="963561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DFABC3A-DD37-C1CC-C5EE-1F7CD7D84A82}"/>
                </a:ext>
              </a:extLst>
            </p:cNvPr>
            <p:cNvSpPr txBox="1"/>
            <p:nvPr/>
          </p:nvSpPr>
          <p:spPr>
            <a:xfrm>
              <a:off x="632129" y="4319397"/>
              <a:ext cx="1584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문제점</a:t>
              </a: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A939A54C-91F8-62E0-1222-C2DF659615F0}"/>
                </a:ext>
              </a:extLst>
            </p:cNvPr>
            <p:cNvSpPr/>
            <p:nvPr/>
          </p:nvSpPr>
          <p:spPr>
            <a:xfrm>
              <a:off x="631825" y="4530600"/>
              <a:ext cx="4104000" cy="752358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&lt;button </a:t>
              </a:r>
              <a:r>
                <a:rPr lang="en-US" altLang="ko-KR" sz="800" b="1" dirty="0">
                  <a:solidFill>
                    <a:schemeClr val="accent5"/>
                  </a:solidFill>
                  <a:latin typeface="Consolas" panose="020B0609020204030204" pitchFamily="49" charset="0"/>
                </a:rPr>
                <a:t>title="</a:t>
              </a:r>
              <a:r>
                <a:rPr lang="ko-KR" altLang="en-US" sz="800" b="1" dirty="0">
                  <a:solidFill>
                    <a:schemeClr val="accent5"/>
                  </a:solidFill>
                  <a:latin typeface="Consolas" panose="020B0609020204030204" pitchFamily="49" charset="0"/>
                </a:rPr>
                <a:t>전체메뉴</a:t>
              </a:r>
              <a:r>
                <a:rPr lang="en-US" altLang="ko-KR" sz="800" b="1" dirty="0">
                  <a:solidFill>
                    <a:schemeClr val="accent5"/>
                  </a:solidFill>
                  <a:latin typeface="Consolas" panose="020B0609020204030204" pitchFamily="49" charset="0"/>
                </a:rPr>
                <a:t>"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type="button" class="ant-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btn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menu-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btn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" ant-click-animating-without-extra-node="false"&gt;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 &lt;span class="hidden"&gt;</a:t>
              </a:r>
              <a:r>
                <a:rPr lang="ko-KR" altLang="en-US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전체메뉴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&lt;/span&gt;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&lt;/button&gt;</a:t>
              </a:r>
            </a:p>
          </p:txBody>
        </p:sp>
      </p:grpSp>
      <p:pic>
        <p:nvPicPr>
          <p:cNvPr id="15" name="그림 14">
            <a:extLst>
              <a:ext uri="{FF2B5EF4-FFF2-40B4-BE49-F238E27FC236}">
                <a16:creationId xmlns:a16="http://schemas.microsoft.com/office/drawing/2014/main" id="{FD314815-21B7-D93C-3763-18A537D410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2879" y="4051256"/>
            <a:ext cx="657317" cy="628738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4" name="직사각형 23">
            <a:extLst>
              <a:ext uri="{FF2B5EF4-FFF2-40B4-BE49-F238E27FC236}">
                <a16:creationId xmlns:a16="http://schemas.microsoft.com/office/drawing/2014/main" id="{7F802310-BE39-2608-504B-CC8D270987F3}"/>
              </a:ext>
            </a:extLst>
          </p:cNvPr>
          <p:cNvSpPr/>
          <p:nvPr/>
        </p:nvSpPr>
        <p:spPr>
          <a:xfrm>
            <a:off x="7032232" y="4171328"/>
            <a:ext cx="378691" cy="393594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53776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3B826D-DAF0-68D5-0BBE-DAC6D1E95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55D6F4-1875-7FB0-A0C9-8B332B2C5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진단 결과 및 개선 방안</a:t>
            </a:r>
          </a:p>
        </p:txBody>
      </p:sp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CC5123B3-5DA6-10C6-9C04-CA2A7160007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전체메뉴</a:t>
            </a:r>
          </a:p>
        </p:txBody>
      </p:sp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C4410816-524E-A196-B056-54C2995302F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https://www.ksd.or.kr/ko/</a:t>
            </a:r>
            <a:endParaRPr lang="ko-KR" altLang="en-US" dirty="0"/>
          </a:p>
        </p:txBody>
      </p:sp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94833F73-73CE-6E21-26BD-38F2E48DE17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/>
              <a:t>11. (</a:t>
            </a:r>
            <a:r>
              <a:rPr lang="ko-KR" altLang="en-US" dirty="0"/>
              <a:t>초점 이동과 표시</a:t>
            </a:r>
            <a:r>
              <a:rPr lang="en-US" altLang="ko-KR" dirty="0"/>
              <a:t>) </a:t>
            </a:r>
            <a:r>
              <a:rPr lang="ko-KR" altLang="en-US" dirty="0"/>
              <a:t>키보드에 의한 초점은 논리적으로 이동해야 하며</a:t>
            </a:r>
            <a:r>
              <a:rPr lang="en-US" altLang="ko-KR" dirty="0"/>
              <a:t>, </a:t>
            </a:r>
            <a:r>
              <a:rPr lang="ko-KR" altLang="en-US" dirty="0"/>
              <a:t>시각적으로 구별할 수 있어야 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8D6C8108-15E0-B8EC-7E28-5270EDA692B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초점 또는 키보드의 위치를 나타내는 요소가 시각적으로 표시되지 않은 경우</a:t>
            </a:r>
          </a:p>
        </p:txBody>
      </p:sp>
      <p:sp>
        <p:nvSpPr>
          <p:cNvPr id="18" name="텍스트 개체 틀 17">
            <a:extLst>
              <a:ext uri="{FF2B5EF4-FFF2-40B4-BE49-F238E27FC236}">
                <a16:creationId xmlns:a16="http://schemas.microsoft.com/office/drawing/2014/main" id="{AD17289F-AC15-FB04-47A7-07E7B8FB206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1214702"/>
          </a:xfrm>
        </p:spPr>
        <p:txBody>
          <a:bodyPr/>
          <a:lstStyle/>
          <a:p>
            <a:r>
              <a:rPr lang="ko-KR" altLang="en-US" dirty="0"/>
              <a:t>링크를 담고 있는 영역에 선언된 </a:t>
            </a:r>
            <a:r>
              <a:rPr lang="en-US" altLang="ko-KR" dirty="0" err="1"/>
              <a:t>overflow:hidden</a:t>
            </a:r>
            <a:r>
              <a:rPr lang="en-US" altLang="ko-KR" dirty="0"/>
              <a:t> </a:t>
            </a:r>
            <a:r>
              <a:rPr lang="ko-KR" altLang="en-US" dirty="0"/>
              <a:t>및 인접 영역과의 중첩으로 인해 초점을 시각적으로 명확하게 변별할 수 없음</a:t>
            </a:r>
            <a:endParaRPr lang="en-US" altLang="ko-KR" dirty="0"/>
          </a:p>
          <a:p>
            <a:r>
              <a:rPr lang="ko-KR" altLang="en-US" dirty="0"/>
              <a:t>링크의 </a:t>
            </a:r>
            <a:r>
              <a:rPr lang="en-US" altLang="ko-KR" dirty="0"/>
              <a:t>outline-offset </a:t>
            </a:r>
            <a:r>
              <a:rPr lang="ko-KR" altLang="en-US" dirty="0"/>
              <a:t>스타일을 </a:t>
            </a:r>
            <a:r>
              <a:rPr lang="en-US" altLang="ko-KR" dirty="0"/>
              <a:t>-1px ~ -2px </a:t>
            </a:r>
            <a:r>
              <a:rPr lang="ko-KR" altLang="en-US" dirty="0"/>
              <a:t>수준으로 조정하여 키보드 초점이 시각적으로 명확하게 변별될 수 있도록 해야 함</a:t>
            </a:r>
            <a:endParaRPr lang="en-US" altLang="ko-KR" dirty="0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16FE4913-C5B7-E20C-89C4-64F3F4FC50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6205" y="5090381"/>
            <a:ext cx="2030666" cy="666229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066C5817-61A1-62D0-6527-BBD618425B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6205" y="3031200"/>
            <a:ext cx="2030666" cy="687633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DE0C634C-95CE-4E00-2A7A-1E238AEDDE0D}"/>
              </a:ext>
            </a:extLst>
          </p:cNvPr>
          <p:cNvSpPr txBox="1"/>
          <p:nvPr/>
        </p:nvSpPr>
        <p:spPr>
          <a:xfrm>
            <a:off x="7021162" y="2796914"/>
            <a:ext cx="400751" cy="234286"/>
          </a:xfrm>
          <a:prstGeom prst="rect">
            <a:avLst/>
          </a:prstGeom>
          <a:noFill/>
        </p:spPr>
        <p:txBody>
          <a:bodyPr wrap="none" lIns="0" tIns="0" rIns="0" bIns="72000" rtlCol="0">
            <a:spAutoFit/>
          </a:bodyPr>
          <a:lstStyle/>
          <a:p>
            <a:pPr algn="l"/>
            <a:r>
              <a:rPr lang="ko-KR" altLang="en-US" sz="1050" dirty="0"/>
              <a:t>수정 전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C375FC4-73BA-9E0F-224F-0F49F57CB5C0}"/>
              </a:ext>
            </a:extLst>
          </p:cNvPr>
          <p:cNvSpPr txBox="1"/>
          <p:nvPr/>
        </p:nvSpPr>
        <p:spPr>
          <a:xfrm>
            <a:off x="7021162" y="4856095"/>
            <a:ext cx="400751" cy="234286"/>
          </a:xfrm>
          <a:prstGeom prst="rect">
            <a:avLst/>
          </a:prstGeom>
          <a:noFill/>
        </p:spPr>
        <p:txBody>
          <a:bodyPr wrap="none" lIns="0" tIns="0" rIns="0" bIns="72000" rtlCol="0">
            <a:spAutoFit/>
          </a:bodyPr>
          <a:lstStyle/>
          <a:p>
            <a:pPr algn="l"/>
            <a:r>
              <a:rPr lang="ko-KR" altLang="en-US" sz="1050" dirty="0"/>
              <a:t>수정 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B92F791-8DC6-E89B-6D4F-D9FE0CE76D45}"/>
              </a:ext>
            </a:extLst>
          </p:cNvPr>
          <p:cNvSpPr/>
          <p:nvPr/>
        </p:nvSpPr>
        <p:spPr>
          <a:xfrm>
            <a:off x="6161817" y="2995689"/>
            <a:ext cx="1446346" cy="338400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EB60F89-0103-9D4B-D659-7FF119FA9481}"/>
              </a:ext>
            </a:extLst>
          </p:cNvPr>
          <p:cNvSpPr/>
          <p:nvPr/>
        </p:nvSpPr>
        <p:spPr>
          <a:xfrm>
            <a:off x="6189930" y="5056788"/>
            <a:ext cx="1446346" cy="338400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88980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BB6175-CB7D-60A9-EC78-38AB018E7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4FAA25-FF05-831A-6128-06CD8E8CF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진단 결과 및 개선 방안</a:t>
            </a:r>
          </a:p>
        </p:txBody>
      </p:sp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41792ED9-C587-0BC2-0B0A-F720CD5C326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/>
              <a:t>8. (</a:t>
            </a:r>
            <a:r>
              <a:rPr lang="ko-KR" altLang="en-US" dirty="0"/>
              <a:t>텍스트 콘텐츠의 명도 대비</a:t>
            </a:r>
            <a:r>
              <a:rPr lang="en-US" altLang="ko-KR" dirty="0"/>
              <a:t>) </a:t>
            </a:r>
            <a:r>
              <a:rPr lang="ko-KR" altLang="en-US" dirty="0"/>
              <a:t>텍스트 콘텐츠와 배경 간의 명도 대비는 </a:t>
            </a:r>
            <a:r>
              <a:rPr lang="en-US" altLang="ko-KR" dirty="0"/>
              <a:t>4.5 </a:t>
            </a:r>
            <a:r>
              <a:rPr lang="ko-KR" altLang="en-US" dirty="0"/>
              <a:t>대 </a:t>
            </a:r>
            <a:r>
              <a:rPr lang="en-US" altLang="ko-KR" dirty="0"/>
              <a:t>1 </a:t>
            </a:r>
            <a:r>
              <a:rPr lang="ko-KR" altLang="en-US" dirty="0"/>
              <a:t>이상이어야 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3A517071-45A1-6ADA-8C0F-42E975EBA02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일반 텍스트의 경우 텍스트의 크기가 </a:t>
            </a:r>
            <a:r>
              <a:rPr lang="en-US" altLang="ko-KR" dirty="0"/>
              <a:t>18pt </a:t>
            </a:r>
            <a:r>
              <a:rPr lang="ko-KR" altLang="en-US" dirty="0"/>
              <a:t>이상</a:t>
            </a:r>
            <a:r>
              <a:rPr lang="en-US" altLang="ko-KR" dirty="0"/>
              <a:t>, </a:t>
            </a:r>
            <a:r>
              <a:rPr lang="ko-KR" altLang="en-US" dirty="0"/>
              <a:t>또는 굵은 </a:t>
            </a:r>
            <a:r>
              <a:rPr lang="en-US" altLang="ko-KR" dirty="0"/>
              <a:t>14pt </a:t>
            </a:r>
            <a:r>
              <a:rPr lang="ko-KR" altLang="en-US" dirty="0"/>
              <a:t>이상의 텍스트가 </a:t>
            </a:r>
            <a:r>
              <a:rPr lang="en-US" altLang="ko-KR" dirty="0"/>
              <a:t>3:1</a:t>
            </a:r>
            <a:r>
              <a:rPr lang="ko-KR" altLang="en-US" dirty="0"/>
              <a:t>을 만족하지 않은 경우</a:t>
            </a:r>
          </a:p>
        </p:txBody>
      </p:sp>
      <p:sp>
        <p:nvSpPr>
          <p:cNvPr id="18" name="텍스트 개체 틀 17">
            <a:extLst>
              <a:ext uri="{FF2B5EF4-FFF2-40B4-BE49-F238E27FC236}">
                <a16:creationId xmlns:a16="http://schemas.microsoft.com/office/drawing/2014/main" id="{0D24C72D-DD28-3348-A75F-BA4FAE12568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1030036"/>
          </a:xfrm>
        </p:spPr>
        <p:txBody>
          <a:bodyPr/>
          <a:lstStyle/>
          <a:p>
            <a:r>
              <a:rPr lang="ko-KR" altLang="en-US" dirty="0"/>
              <a:t>아이콘</a:t>
            </a:r>
            <a:r>
              <a:rPr lang="en-US" altLang="ko-KR" dirty="0"/>
              <a:t>, </a:t>
            </a:r>
            <a:r>
              <a:rPr lang="ko-KR" altLang="en-US" dirty="0"/>
              <a:t>텍스트</a:t>
            </a:r>
            <a:r>
              <a:rPr lang="en-US" altLang="ko-KR" dirty="0"/>
              <a:t>(#98CAE6)</a:t>
            </a:r>
            <a:r>
              <a:rPr lang="ko-KR" altLang="en-US" dirty="0"/>
              <a:t>와 배경</a:t>
            </a:r>
            <a:r>
              <a:rPr lang="en-US" altLang="ko-KR" dirty="0"/>
              <a:t>(#027CC2) </a:t>
            </a:r>
            <a:r>
              <a:rPr lang="ko-KR" altLang="en-US" dirty="0"/>
              <a:t>간 명도대비가</a:t>
            </a:r>
            <a:r>
              <a:rPr lang="en-US" altLang="ko-KR" dirty="0"/>
              <a:t> 2.6:1</a:t>
            </a:r>
            <a:r>
              <a:rPr lang="ko-KR" altLang="en-US" dirty="0"/>
              <a:t>로 최소 명도대비 기준을 충족하지 않음</a:t>
            </a:r>
            <a:endParaRPr lang="en-US" altLang="ko-KR" dirty="0"/>
          </a:p>
          <a:p>
            <a:r>
              <a:rPr lang="ko-KR" altLang="en-US" dirty="0"/>
              <a:t>명도대비 기준을 충족하도록 텍스트 색상을 변경해야 함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D343B9E-D95A-19AE-736D-8032CB0DE41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755"/>
          <a:stretch/>
        </p:blipFill>
        <p:spPr>
          <a:xfrm>
            <a:off x="5170175" y="3905002"/>
            <a:ext cx="4104000" cy="787862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5" name="텍스트 개체 틀 13">
            <a:extLst>
              <a:ext uri="{FF2B5EF4-FFF2-40B4-BE49-F238E27FC236}">
                <a16:creationId xmlns:a16="http://schemas.microsoft.com/office/drawing/2014/main" id="{5ED03B94-E4A4-80A3-485D-7235C002715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65556" y="813199"/>
            <a:ext cx="8224519" cy="208800"/>
          </a:xfrm>
        </p:spPr>
        <p:txBody>
          <a:bodyPr/>
          <a:lstStyle/>
          <a:p>
            <a:r>
              <a:rPr lang="ko-KR" altLang="en-US" dirty="0"/>
              <a:t>전체메뉴</a:t>
            </a:r>
          </a:p>
        </p:txBody>
      </p:sp>
      <p:sp>
        <p:nvSpPr>
          <p:cNvPr id="6" name="텍스트 개체 틀 15">
            <a:extLst>
              <a:ext uri="{FF2B5EF4-FFF2-40B4-BE49-F238E27FC236}">
                <a16:creationId xmlns:a16="http://schemas.microsoft.com/office/drawing/2014/main" id="{82D07719-F062-B8E9-6555-36845AEA849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65556" y="1022495"/>
            <a:ext cx="8224519" cy="208800"/>
          </a:xfrm>
        </p:spPr>
        <p:txBody>
          <a:bodyPr/>
          <a:lstStyle/>
          <a:p>
            <a:r>
              <a:rPr lang="en-US" altLang="ko-KR" dirty="0"/>
              <a:t>https://www.ksd.or.kr/ko/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135778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65FDBE-0533-8174-6B89-80A4D21B8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2E2B08-B7DA-1204-463B-2333C17CF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진단 결과 및 개선 방안</a:t>
            </a:r>
          </a:p>
        </p:txBody>
      </p:sp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D1A248F4-1D15-7FC0-C523-9D1A387DD4F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/>
              <a:t>19. (</a:t>
            </a:r>
            <a:r>
              <a:rPr lang="ko-KR" altLang="en-US" dirty="0"/>
              <a:t>적절한 링크 텍스트</a:t>
            </a:r>
            <a:r>
              <a:rPr lang="en-US" altLang="ko-KR" dirty="0"/>
              <a:t>) </a:t>
            </a:r>
            <a:r>
              <a:rPr lang="ko-KR" altLang="en-US" dirty="0"/>
              <a:t>링크 텍스트는 용도나 목적을 이해할 수 있도록 제공해야 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86B574F6-FC2C-7360-7E2E-481314DB7B4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sz="900" i="0" dirty="0">
                <a:effectLst/>
                <a:latin typeface="Arial" panose="020B0604020202020204" pitchFamily="34" charset="0"/>
              </a:rPr>
              <a:t>목적이나 용도를 알기 어려운 링크 텍스트를 제공한 경우</a:t>
            </a:r>
            <a:endParaRPr lang="ko-KR" altLang="en-US" dirty="0"/>
          </a:p>
        </p:txBody>
      </p:sp>
      <p:sp>
        <p:nvSpPr>
          <p:cNvPr id="18" name="텍스트 개체 틀 17">
            <a:extLst>
              <a:ext uri="{FF2B5EF4-FFF2-40B4-BE49-F238E27FC236}">
                <a16:creationId xmlns:a16="http://schemas.microsoft.com/office/drawing/2014/main" id="{9D099600-57BD-9478-FD4E-F3F18469AD0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1214702"/>
          </a:xfrm>
        </p:spPr>
        <p:txBody>
          <a:bodyPr/>
          <a:lstStyle/>
          <a:p>
            <a:r>
              <a:rPr lang="ko-KR" altLang="en-US" dirty="0"/>
              <a:t>사용자와의 상호작용에 따라 상태가 변경되는 컨트롤 요소의 상태 정보를 시각적으로만 구분함</a:t>
            </a:r>
            <a:endParaRPr lang="en-US" altLang="ko-KR" dirty="0"/>
          </a:p>
          <a:p>
            <a:r>
              <a:rPr lang="ko-KR" altLang="en-US" dirty="0"/>
              <a:t>스크린 리더가 접근할 수 있는 형태로 요소의 상태에 관한 부가 설명을 제공해야 함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E41C7776-EBEE-1D30-3F0F-2DCFC27BD568}"/>
              </a:ext>
            </a:extLst>
          </p:cNvPr>
          <p:cNvGrpSpPr/>
          <p:nvPr/>
        </p:nvGrpSpPr>
        <p:grpSpPr>
          <a:xfrm>
            <a:off x="650569" y="5169652"/>
            <a:ext cx="4104000" cy="693744"/>
            <a:chOff x="631825" y="4319397"/>
            <a:chExt cx="4104000" cy="693744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E0AF215-6032-BED1-93F2-1D77FAA781D1}"/>
                </a:ext>
              </a:extLst>
            </p:cNvPr>
            <p:cNvSpPr txBox="1"/>
            <p:nvPr/>
          </p:nvSpPr>
          <p:spPr>
            <a:xfrm>
              <a:off x="632129" y="4319397"/>
              <a:ext cx="1584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개선 방안 </a:t>
              </a: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36897D72-22DF-DAAE-EBAE-C1E1A3530A4E}"/>
                </a:ext>
              </a:extLst>
            </p:cNvPr>
            <p:cNvSpPr/>
            <p:nvPr/>
          </p:nvSpPr>
          <p:spPr>
            <a:xfrm>
              <a:off x="631825" y="4530600"/>
              <a:ext cx="4104000" cy="482541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&lt;a class="m-category-menu-item" 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href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="/ko/e-service/ta-service" 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title="</a:t>
              </a:r>
              <a:r>
                <a:rPr lang="ko-KR" altLang="en-US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선택됨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"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&gt;e</a:t>
              </a:r>
              <a:r>
                <a:rPr lang="ko-KR" altLang="en-US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서비스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&lt;/a&gt;</a:t>
              </a: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A785BA4F-1804-755E-8D71-A7AB0EFBAABA}"/>
              </a:ext>
            </a:extLst>
          </p:cNvPr>
          <p:cNvGrpSpPr/>
          <p:nvPr/>
        </p:nvGrpSpPr>
        <p:grpSpPr>
          <a:xfrm>
            <a:off x="631825" y="3857164"/>
            <a:ext cx="4104000" cy="693744"/>
            <a:chOff x="631825" y="4319397"/>
            <a:chExt cx="4104000" cy="693744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48C0FD7-CC25-DDF4-25AD-E91935F2557C}"/>
                </a:ext>
              </a:extLst>
            </p:cNvPr>
            <p:cNvSpPr txBox="1"/>
            <p:nvPr/>
          </p:nvSpPr>
          <p:spPr>
            <a:xfrm>
              <a:off x="632129" y="4319397"/>
              <a:ext cx="1584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문제점</a:t>
              </a: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10ECDEFB-4AE8-C550-A514-E51D22C00AEF}"/>
                </a:ext>
              </a:extLst>
            </p:cNvPr>
            <p:cNvSpPr/>
            <p:nvPr/>
          </p:nvSpPr>
          <p:spPr>
            <a:xfrm>
              <a:off x="631825" y="4530600"/>
              <a:ext cx="4104000" cy="482541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b="1" dirty="0">
                  <a:solidFill>
                    <a:schemeClr val="accent5"/>
                  </a:solidFill>
                  <a:latin typeface="Consolas" panose="020B0609020204030204" pitchFamily="49" charset="0"/>
                </a:rPr>
                <a:t>&lt;a class="m-category-menu-item" </a:t>
              </a:r>
              <a:r>
                <a:rPr lang="en-US" altLang="ko-KR" sz="800" b="1" dirty="0" err="1">
                  <a:solidFill>
                    <a:schemeClr val="accent5"/>
                  </a:solidFill>
                  <a:latin typeface="Consolas" panose="020B0609020204030204" pitchFamily="49" charset="0"/>
                </a:rPr>
                <a:t>href</a:t>
              </a:r>
              <a:r>
                <a:rPr lang="en-US" altLang="ko-KR" sz="800" b="1" dirty="0">
                  <a:solidFill>
                    <a:schemeClr val="accent5"/>
                  </a:solidFill>
                  <a:latin typeface="Consolas" panose="020B0609020204030204" pitchFamily="49" charset="0"/>
                </a:rPr>
                <a:t>="/ko/e-service/ta-service"&gt;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e</a:t>
              </a:r>
              <a:r>
                <a:rPr lang="ko-KR" altLang="en-US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서비스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&lt;/a&gt;</a:t>
              </a:r>
              <a:endParaRPr lang="ko-KR" altLang="en-US" sz="8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</p:grpSp>
      <p:sp>
        <p:nvSpPr>
          <p:cNvPr id="3" name="텍스트 개체 틀 13">
            <a:extLst>
              <a:ext uri="{FF2B5EF4-FFF2-40B4-BE49-F238E27FC236}">
                <a16:creationId xmlns:a16="http://schemas.microsoft.com/office/drawing/2014/main" id="{B48866C8-EE96-ADE5-AD11-7BD401FEA75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65556" y="813199"/>
            <a:ext cx="8224519" cy="208800"/>
          </a:xfrm>
        </p:spPr>
        <p:txBody>
          <a:bodyPr/>
          <a:lstStyle/>
          <a:p>
            <a:r>
              <a:rPr lang="ko-KR" altLang="en-US" dirty="0"/>
              <a:t>전체메뉴</a:t>
            </a:r>
          </a:p>
        </p:txBody>
      </p:sp>
      <p:sp>
        <p:nvSpPr>
          <p:cNvPr id="4" name="텍스트 개체 틀 15">
            <a:extLst>
              <a:ext uri="{FF2B5EF4-FFF2-40B4-BE49-F238E27FC236}">
                <a16:creationId xmlns:a16="http://schemas.microsoft.com/office/drawing/2014/main" id="{D338FFFB-2D6A-4838-2E5E-FF9E36BE482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65556" y="1022495"/>
            <a:ext cx="8224519" cy="208800"/>
          </a:xfrm>
        </p:spPr>
        <p:txBody>
          <a:bodyPr/>
          <a:lstStyle/>
          <a:p>
            <a:r>
              <a:rPr lang="en-US" altLang="ko-KR" dirty="0"/>
              <a:t>https://www.ksd.or.kr/ko/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3A214C6-9264-A411-155B-263F964453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4154" y="2385625"/>
            <a:ext cx="1834768" cy="396000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2EC77AF9-1B7D-5DBB-1C56-2AB1815FF369}"/>
              </a:ext>
            </a:extLst>
          </p:cNvPr>
          <p:cNvSpPr/>
          <p:nvPr/>
        </p:nvSpPr>
        <p:spPr>
          <a:xfrm>
            <a:off x="6308436" y="3057236"/>
            <a:ext cx="480291" cy="184728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49006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7E798B-46F6-38AF-4BA5-9269DA53D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65A1B9-2239-2D63-F0CF-61EC56231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진단 결과 및 개선 방안</a:t>
            </a:r>
          </a:p>
        </p:txBody>
      </p:sp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109911F5-6349-797D-FF76-C9D539CE821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/>
              <a:t>26. (</a:t>
            </a:r>
            <a:r>
              <a:rPr lang="ko-KR" altLang="en-US" dirty="0"/>
              <a:t>사용자 요구에 따른 실행</a:t>
            </a:r>
            <a:r>
              <a:rPr lang="en-US" altLang="ko-KR" dirty="0"/>
              <a:t>) </a:t>
            </a:r>
            <a:r>
              <a:rPr lang="ko-KR" altLang="en-US" dirty="0"/>
              <a:t>사용자가 의도하지 않은 기능</a:t>
            </a:r>
            <a:r>
              <a:rPr lang="en-US" altLang="ko-KR" dirty="0"/>
              <a:t>(</a:t>
            </a:r>
            <a:r>
              <a:rPr lang="ko-KR" altLang="en-US" dirty="0"/>
              <a:t>새 창</a:t>
            </a:r>
            <a:r>
              <a:rPr lang="en-US" altLang="ko-KR" dirty="0"/>
              <a:t>, </a:t>
            </a:r>
            <a:r>
              <a:rPr lang="ko-KR" altLang="en-US" dirty="0"/>
              <a:t>초점에 의한 맥락 변화 등</a:t>
            </a:r>
            <a:r>
              <a:rPr lang="en-US" altLang="ko-KR" dirty="0"/>
              <a:t>)</a:t>
            </a:r>
            <a:r>
              <a:rPr lang="ko-KR" altLang="en-US" dirty="0"/>
              <a:t>은 실행되지 않아야 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8AD45670-E88D-F7F6-A205-98524B0B74B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-</a:t>
            </a:r>
            <a:endParaRPr lang="ko-KR" altLang="en-US" dirty="0"/>
          </a:p>
        </p:txBody>
      </p:sp>
      <p:sp>
        <p:nvSpPr>
          <p:cNvPr id="18" name="텍스트 개체 틀 17">
            <a:extLst>
              <a:ext uri="{FF2B5EF4-FFF2-40B4-BE49-F238E27FC236}">
                <a16:creationId xmlns:a16="http://schemas.microsoft.com/office/drawing/2014/main" id="{9E6CE94C-3E2D-1F16-FE53-F5323341D48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978740"/>
          </a:xfrm>
        </p:spPr>
        <p:txBody>
          <a:bodyPr/>
          <a:lstStyle/>
          <a:p>
            <a:r>
              <a:rPr lang="ko-KR" altLang="en-US" dirty="0"/>
              <a:t>새 창을 실행시키는 </a:t>
            </a:r>
            <a:r>
              <a:rPr lang="en-US" altLang="ko-KR" dirty="0"/>
              <a:t>title </a:t>
            </a:r>
            <a:r>
              <a:rPr lang="ko-KR" altLang="en-US" dirty="0"/>
              <a:t>속성의 언어를 웹문서의 </a:t>
            </a:r>
            <a:r>
              <a:rPr lang="ko-KR" altLang="en-US" dirty="0" err="1"/>
              <a:t>주언어</a:t>
            </a:r>
            <a:r>
              <a:rPr lang="ko-KR" altLang="en-US" dirty="0"/>
              <a:t> 속성과 일치하는 언어로 제공하여 스크린 리더 사용자들이 콘텐츠를 쉽게 이해할 수 있도록 해야 함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E7EBE36B-7241-BAFA-70FC-0422BE6DA2A3}"/>
              </a:ext>
            </a:extLst>
          </p:cNvPr>
          <p:cNvGrpSpPr/>
          <p:nvPr/>
        </p:nvGrpSpPr>
        <p:grpSpPr>
          <a:xfrm>
            <a:off x="650569" y="5169652"/>
            <a:ext cx="4104000" cy="693744"/>
            <a:chOff x="631825" y="4319397"/>
            <a:chExt cx="4104000" cy="693744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69A0E60-C87C-0AA8-BAE2-D38D346C30AC}"/>
                </a:ext>
              </a:extLst>
            </p:cNvPr>
            <p:cNvSpPr txBox="1"/>
            <p:nvPr/>
          </p:nvSpPr>
          <p:spPr>
            <a:xfrm>
              <a:off x="632129" y="4319397"/>
              <a:ext cx="1584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개선 방안 </a:t>
              </a: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F38FCE38-8559-BF4C-3979-A030E9C6276E}"/>
                </a:ext>
              </a:extLst>
            </p:cNvPr>
            <p:cNvSpPr/>
            <p:nvPr/>
          </p:nvSpPr>
          <p:spPr>
            <a:xfrm>
              <a:off x="631825" y="4530600"/>
              <a:ext cx="4104000" cy="482541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&lt;a 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href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="/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en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" target="_blank" class="lang-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btn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" 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title="</a:t>
              </a:r>
              <a:r>
                <a:rPr lang="ko-KR" altLang="en-US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새 창 열림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"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&gt;English&lt;/a&gt;</a:t>
              </a:r>
              <a:endParaRPr lang="ko-KR" altLang="en-US" sz="8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9A554C75-2666-7E2A-0A2A-071B19BDA4BA}"/>
              </a:ext>
            </a:extLst>
          </p:cNvPr>
          <p:cNvGrpSpPr/>
          <p:nvPr/>
        </p:nvGrpSpPr>
        <p:grpSpPr>
          <a:xfrm>
            <a:off x="631825" y="3857164"/>
            <a:ext cx="4104000" cy="692718"/>
            <a:chOff x="631825" y="4319397"/>
            <a:chExt cx="4104000" cy="692718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AC80A55-02FA-08AE-7A8E-0B162D897AA3}"/>
                </a:ext>
              </a:extLst>
            </p:cNvPr>
            <p:cNvSpPr txBox="1"/>
            <p:nvPr/>
          </p:nvSpPr>
          <p:spPr>
            <a:xfrm>
              <a:off x="632129" y="4319397"/>
              <a:ext cx="1584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문제점</a:t>
              </a: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95440BE0-E77F-4DD8-0947-188595946A73}"/>
                </a:ext>
              </a:extLst>
            </p:cNvPr>
            <p:cNvSpPr/>
            <p:nvPr/>
          </p:nvSpPr>
          <p:spPr>
            <a:xfrm>
              <a:off x="631825" y="4530600"/>
              <a:ext cx="4104000" cy="481515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&lt;a 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href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="/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en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" target="_blank" class="lang-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btn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" </a:t>
              </a:r>
              <a:r>
                <a:rPr lang="en-US" altLang="ko-KR" sz="800" b="1" dirty="0">
                  <a:solidFill>
                    <a:schemeClr val="accent5"/>
                  </a:solidFill>
                  <a:latin typeface="Consolas" panose="020B0609020204030204" pitchFamily="49" charset="0"/>
                </a:rPr>
                <a:t>title="Open in new window"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&gt;English&lt;/a&gt;</a:t>
              </a:r>
              <a:endParaRPr lang="ko-KR" altLang="en-US" sz="8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</p:grpSp>
      <p:sp>
        <p:nvSpPr>
          <p:cNvPr id="3" name="텍스트 개체 틀 13">
            <a:extLst>
              <a:ext uri="{FF2B5EF4-FFF2-40B4-BE49-F238E27FC236}">
                <a16:creationId xmlns:a16="http://schemas.microsoft.com/office/drawing/2014/main" id="{3F748EF7-931D-9BA0-C380-4A9F37EC69E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65556" y="813199"/>
            <a:ext cx="8224519" cy="208800"/>
          </a:xfrm>
        </p:spPr>
        <p:txBody>
          <a:bodyPr/>
          <a:lstStyle/>
          <a:p>
            <a:r>
              <a:rPr lang="ko-KR" altLang="en-US" dirty="0"/>
              <a:t>전체메뉴</a:t>
            </a:r>
          </a:p>
        </p:txBody>
      </p:sp>
      <p:sp>
        <p:nvSpPr>
          <p:cNvPr id="4" name="텍스트 개체 틀 15">
            <a:extLst>
              <a:ext uri="{FF2B5EF4-FFF2-40B4-BE49-F238E27FC236}">
                <a16:creationId xmlns:a16="http://schemas.microsoft.com/office/drawing/2014/main" id="{2D2A5E46-6CED-5BE8-6083-C60CFD670AC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65556" y="1022495"/>
            <a:ext cx="8224519" cy="208800"/>
          </a:xfrm>
        </p:spPr>
        <p:txBody>
          <a:bodyPr/>
          <a:lstStyle/>
          <a:p>
            <a:r>
              <a:rPr lang="en-US" altLang="ko-KR" dirty="0"/>
              <a:t>https://www.ksd.or.kr/ko/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0C75391-41A5-2FFA-9223-45040E533D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4154" y="2385625"/>
            <a:ext cx="1834768" cy="396000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8A9A306E-74C6-F3D4-432E-906E598D9E37}"/>
              </a:ext>
            </a:extLst>
          </p:cNvPr>
          <p:cNvSpPr/>
          <p:nvPr/>
        </p:nvSpPr>
        <p:spPr>
          <a:xfrm>
            <a:off x="6317673" y="6017093"/>
            <a:ext cx="591127" cy="309817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8984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2767D-251A-7CF6-98CC-5F7E3CC84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C587AF-E38C-B164-5EA7-498E793C2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진단 결과 및 개선 방안</a:t>
            </a:r>
          </a:p>
        </p:txBody>
      </p:sp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83DFEDFC-82A5-649A-B1ED-7B14DAE808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메인</a:t>
            </a:r>
          </a:p>
        </p:txBody>
      </p:sp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8FB3F8A5-B78B-0C83-9DC9-640AC721397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https://www.ksd.or.kr/ko/</a:t>
            </a:r>
            <a:endParaRPr lang="ko-KR" altLang="en-US" dirty="0"/>
          </a:p>
        </p:txBody>
      </p:sp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A1267D46-9549-37AF-B85B-31A6830096E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/>
              <a:t>11. (</a:t>
            </a:r>
            <a:r>
              <a:rPr lang="ko-KR" altLang="en-US" dirty="0"/>
              <a:t>초점 이동과 표시</a:t>
            </a:r>
            <a:r>
              <a:rPr lang="en-US" altLang="ko-KR" dirty="0"/>
              <a:t>) </a:t>
            </a:r>
            <a:r>
              <a:rPr lang="ko-KR" altLang="en-US" dirty="0"/>
              <a:t>키보드에 의한 초점은 논리적으로 이동해야 하며</a:t>
            </a:r>
            <a:r>
              <a:rPr lang="en-US" altLang="ko-KR" dirty="0"/>
              <a:t>, </a:t>
            </a:r>
            <a:r>
              <a:rPr lang="ko-KR" altLang="en-US" dirty="0"/>
              <a:t>시각적으로 구별할 수 있어야 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BDACC416-AB8D-D638-E1A2-9BA1739FE55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-</a:t>
            </a:r>
            <a:endParaRPr lang="ko-KR" altLang="en-US" dirty="0"/>
          </a:p>
        </p:txBody>
      </p:sp>
      <p:sp>
        <p:nvSpPr>
          <p:cNvPr id="18" name="텍스트 개체 틀 17">
            <a:extLst>
              <a:ext uri="{FF2B5EF4-FFF2-40B4-BE49-F238E27FC236}">
                <a16:creationId xmlns:a16="http://schemas.microsoft.com/office/drawing/2014/main" id="{26C2C5EA-8F16-FDB4-1947-A460CC7B3BA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1450664"/>
          </a:xfrm>
        </p:spPr>
        <p:txBody>
          <a:bodyPr/>
          <a:lstStyle/>
          <a:p>
            <a:r>
              <a:rPr lang="ko-KR" altLang="en-US" dirty="0"/>
              <a:t>메인 페이지에서 해당 버튼을 실행하는 경우</a:t>
            </a:r>
            <a:r>
              <a:rPr lang="en-US" altLang="ko-KR" dirty="0"/>
              <a:t>, </a:t>
            </a:r>
            <a:r>
              <a:rPr lang="ko-KR" altLang="en-US" dirty="0"/>
              <a:t>페이지 이동은 되지만 전체 메뉴가 닫히지 않음</a:t>
            </a:r>
            <a:endParaRPr lang="en-US" altLang="ko-KR" dirty="0"/>
          </a:p>
          <a:p>
            <a:r>
              <a:rPr lang="ko-KR" altLang="en-US" dirty="0"/>
              <a:t>페이지 이동과 함께 전체 메뉴가 닫힐 수 있도록 개선해야 함</a:t>
            </a:r>
            <a:endParaRPr lang="en-US" altLang="ko-KR" dirty="0"/>
          </a:p>
          <a:p>
            <a:r>
              <a:rPr lang="ko-KR" altLang="en-US" dirty="0"/>
              <a:t>링크 텍스트만으로 목적을 이해하기 어려우므로 </a:t>
            </a:r>
            <a:r>
              <a:rPr lang="en-US" altLang="ko-KR" dirty="0"/>
              <a:t>title </a:t>
            </a:r>
            <a:r>
              <a:rPr lang="ko-KR" altLang="en-US" dirty="0"/>
              <a:t>속성을 활용하여 링크의 목적</a:t>
            </a:r>
            <a:r>
              <a:rPr lang="en-US" altLang="ko-KR" dirty="0"/>
              <a:t>('</a:t>
            </a:r>
            <a:r>
              <a:rPr lang="ko-KR" altLang="en-US" dirty="0"/>
              <a:t>홈으로</a:t>
            </a:r>
            <a:r>
              <a:rPr lang="en-US" altLang="ko-KR" dirty="0"/>
              <a:t>')</a:t>
            </a:r>
            <a:r>
              <a:rPr lang="ko-KR" altLang="en-US" dirty="0"/>
              <a:t>을 제공해야 함</a:t>
            </a:r>
            <a:endParaRPr lang="en-US" altLang="ko-KR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7EB4BE19-1602-59F1-4274-00FA9F96E1E9}"/>
              </a:ext>
            </a:extLst>
          </p:cNvPr>
          <p:cNvGrpSpPr/>
          <p:nvPr/>
        </p:nvGrpSpPr>
        <p:grpSpPr>
          <a:xfrm>
            <a:off x="633404" y="3823332"/>
            <a:ext cx="4104000" cy="1098983"/>
            <a:chOff x="631825" y="4319397"/>
            <a:chExt cx="4104000" cy="1098983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89A7303-4662-9789-40F7-2521D7DE21B1}"/>
                </a:ext>
              </a:extLst>
            </p:cNvPr>
            <p:cNvSpPr txBox="1"/>
            <p:nvPr/>
          </p:nvSpPr>
          <p:spPr>
            <a:xfrm>
              <a:off x="632129" y="4319397"/>
              <a:ext cx="1584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문제점</a:t>
              </a: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A078F67D-A7B2-21FB-2AF2-BE44B0DCFA58}"/>
                </a:ext>
              </a:extLst>
            </p:cNvPr>
            <p:cNvSpPr/>
            <p:nvPr/>
          </p:nvSpPr>
          <p:spPr>
            <a:xfrm>
              <a:off x="631825" y="4530600"/>
              <a:ext cx="4104000" cy="887780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b="1" dirty="0">
                  <a:solidFill>
                    <a:schemeClr val="accent5"/>
                  </a:solidFill>
                  <a:latin typeface="Consolas" panose="020B0609020204030204" pitchFamily="49" charset="0"/>
                </a:rPr>
                <a:t>&lt;a </a:t>
              </a:r>
              <a:r>
                <a:rPr lang="en-US" altLang="ko-KR" sz="800" b="1" dirty="0" err="1">
                  <a:solidFill>
                    <a:schemeClr val="accent5"/>
                  </a:solidFill>
                  <a:latin typeface="Consolas" panose="020B0609020204030204" pitchFamily="49" charset="0"/>
                </a:rPr>
                <a:t>href</a:t>
              </a:r>
              <a:r>
                <a:rPr lang="en-US" altLang="ko-KR" sz="800" b="1" dirty="0">
                  <a:solidFill>
                    <a:schemeClr val="accent5"/>
                  </a:solidFill>
                  <a:latin typeface="Consolas" panose="020B0609020204030204" pitchFamily="49" charset="0"/>
                </a:rPr>
                <a:t>="/ko/"&gt;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 &lt;div class="left"&gt;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   &lt;h2&gt;&lt;span&gt;</a:t>
              </a:r>
              <a:r>
                <a:rPr lang="ko-KR" altLang="en-US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한국예탁결제원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&lt;/span&gt; </a:t>
              </a:r>
              <a:r>
                <a:rPr lang="ko-KR" altLang="en-US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방문을 환영합니다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.&lt;/h2&gt;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 &lt;/div&gt;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&lt;/a&gt;</a:t>
              </a:r>
              <a:endParaRPr lang="ko-KR" altLang="en-US" sz="8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CC72C295-C48F-E44E-9DA5-0C48F6ED975B}"/>
              </a:ext>
            </a:extLst>
          </p:cNvPr>
          <p:cNvGrpSpPr>
            <a:grpSpLocks noChangeAspect="1"/>
          </p:cNvGrpSpPr>
          <p:nvPr/>
        </p:nvGrpSpPr>
        <p:grpSpPr>
          <a:xfrm>
            <a:off x="6320662" y="2385625"/>
            <a:ext cx="1801752" cy="3960000"/>
            <a:chOff x="5243858" y="2403804"/>
            <a:chExt cx="1895593" cy="4166250"/>
          </a:xfrm>
        </p:grpSpPr>
        <p:pic>
          <p:nvPicPr>
            <p:cNvPr id="23" name="그림 22">
              <a:extLst>
                <a:ext uri="{FF2B5EF4-FFF2-40B4-BE49-F238E27FC236}">
                  <a16:creationId xmlns:a16="http://schemas.microsoft.com/office/drawing/2014/main" id="{7BE6087B-B84E-101A-D68C-4A601E99E60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243858" y="2403804"/>
              <a:ext cx="1895593" cy="4166250"/>
            </a:xfrm>
            <a:prstGeom prst="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</p:pic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8714299E-F39F-E323-D976-CC3EAB169ADA}"/>
                </a:ext>
              </a:extLst>
            </p:cNvPr>
            <p:cNvSpPr/>
            <p:nvPr/>
          </p:nvSpPr>
          <p:spPr>
            <a:xfrm>
              <a:off x="5243858" y="2403804"/>
              <a:ext cx="1352875" cy="272393"/>
            </a:xfrm>
            <a:prstGeom prst="rect">
              <a:avLst/>
            </a:prstGeom>
            <a:noFill/>
            <a:ln w="2540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noAutofit/>
            </a:bodyPr>
            <a:lstStyle/>
            <a:p>
              <a:pPr algn="l" defTabSz="144000">
                <a:lnSpc>
                  <a:spcPct val="110000"/>
                </a:lnSpc>
              </a:pPr>
              <a:endParaRPr lang="ko-KR" altLang="en-US" sz="80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endParaRPr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5BED07F2-B184-F4AD-A98C-40A01CBB5E80}"/>
              </a:ext>
            </a:extLst>
          </p:cNvPr>
          <p:cNvGrpSpPr/>
          <p:nvPr/>
        </p:nvGrpSpPr>
        <p:grpSpPr>
          <a:xfrm>
            <a:off x="631825" y="5133518"/>
            <a:ext cx="4104000" cy="1098983"/>
            <a:chOff x="631825" y="4319397"/>
            <a:chExt cx="4104000" cy="1098983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3FCD4D3-875B-32CE-65E6-C985E353D91E}"/>
                </a:ext>
              </a:extLst>
            </p:cNvPr>
            <p:cNvSpPr txBox="1"/>
            <p:nvPr/>
          </p:nvSpPr>
          <p:spPr>
            <a:xfrm>
              <a:off x="632129" y="4319397"/>
              <a:ext cx="1584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 dirty="0"/>
                <a:t>개선 방안</a:t>
              </a:r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23287800-5DC8-5558-1EBE-C969E6C084E9}"/>
                </a:ext>
              </a:extLst>
            </p:cNvPr>
            <p:cNvSpPr/>
            <p:nvPr/>
          </p:nvSpPr>
          <p:spPr>
            <a:xfrm>
              <a:off x="631825" y="4530600"/>
              <a:ext cx="4104000" cy="887780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&lt;a 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href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="/ko/" 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title="</a:t>
              </a:r>
              <a:r>
                <a:rPr lang="ko-KR" altLang="en-US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홈으로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"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 &lt;div class="left"&gt;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   &lt;h2&gt;&lt;span&gt;</a:t>
              </a:r>
              <a:r>
                <a:rPr lang="ko-KR" altLang="en-US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한국예탁결제원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&lt;/span&gt; </a:t>
              </a:r>
              <a:r>
                <a:rPr lang="ko-KR" altLang="en-US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방문을 환영합니다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.&lt;/h2&gt;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 &lt;/div&gt;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&lt;/a&gt;</a:t>
              </a:r>
              <a:endParaRPr lang="ko-KR" altLang="en-US" sz="8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533368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B3374D-E57E-BC5E-7E4E-E5056905F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>
            <a:extLst>
              <a:ext uri="{FF2B5EF4-FFF2-40B4-BE49-F238E27FC236}">
                <a16:creationId xmlns:a16="http://schemas.microsoft.com/office/drawing/2014/main" id="{92D3C10C-38C7-EAD3-8070-2A03DFCADF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9646" y="2385625"/>
            <a:ext cx="1843784" cy="396000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ED762BC3-15CE-74F8-AF90-7C194B4C1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진단 결과 및 개선 방안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004F286-2B8A-AC8A-A862-C49111E1919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메인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4748C03-03F3-D462-E6F4-59ED3461369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&lt;</a:t>
            </a:r>
            <a:r>
              <a:rPr lang="en-US" altLang="ko-KR" dirty="0" err="1"/>
              <a:t>img</a:t>
            </a:r>
            <a:r>
              <a:rPr lang="en-US" altLang="ko-KR" dirty="0"/>
              <a:t>&gt;,&lt;input type="image"&gt; </a:t>
            </a:r>
            <a:r>
              <a:rPr lang="ko-KR" altLang="en-US" dirty="0"/>
              <a:t>등 이미지 요소에 대해 </a:t>
            </a:r>
            <a:r>
              <a:rPr lang="en-US" altLang="ko-KR" dirty="0"/>
              <a:t>alt </a:t>
            </a:r>
            <a:r>
              <a:rPr lang="ko-KR" altLang="en-US" dirty="0"/>
              <a:t>속성을 제공하지 않거나 </a:t>
            </a:r>
            <a:r>
              <a:rPr lang="en-US" altLang="ko-KR" dirty="0"/>
              <a:t>alt</a:t>
            </a:r>
            <a:r>
              <a:rPr lang="ko-KR" altLang="en-US" dirty="0"/>
              <a:t>속성은 선언되었으나 그 내용이 </a:t>
            </a:r>
            <a:r>
              <a:rPr lang="en-US" altLang="ko-KR" dirty="0" err="1"/>
              <a:t>img</a:t>
            </a:r>
            <a:r>
              <a:rPr lang="ko-KR" altLang="en-US" dirty="0"/>
              <a:t>의 내용을 대체할 수 없는 경우 그리고 오타로 표기되어 의미가 변경된 경우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850C1CC-BC1E-065B-1728-A5B3EF34578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https://www.ksd.or.kr/ko/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7EEF077-4E17-C687-94CA-70536559576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/>
              <a:t>19. (</a:t>
            </a:r>
            <a:r>
              <a:rPr lang="ko-KR" altLang="en-US" dirty="0"/>
              <a:t>적절한 링크 텍스트</a:t>
            </a:r>
            <a:r>
              <a:rPr lang="en-US" altLang="ko-KR" dirty="0"/>
              <a:t>) </a:t>
            </a:r>
            <a:r>
              <a:rPr lang="ko-KR" altLang="en-US" dirty="0"/>
              <a:t>링크 텍스트는 용도나 목적을 이해할 수 있도록 제공해야 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5011324B-1A6D-DAB2-5042-4F1D24B8C17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1214702"/>
          </a:xfrm>
        </p:spPr>
        <p:txBody>
          <a:bodyPr/>
          <a:lstStyle/>
          <a:p>
            <a:r>
              <a:rPr lang="ko-KR" altLang="en-US" dirty="0"/>
              <a:t>버튼의 이름과 이미지의 대체 텍스트가 중복되어 읽혀 스크린 리더 사용자에게 중복 정보를 제공하고 있음</a:t>
            </a:r>
            <a:endParaRPr lang="en-US" altLang="ko-KR" dirty="0"/>
          </a:p>
          <a:p>
            <a:r>
              <a:rPr lang="ko-KR" altLang="en-US" dirty="0"/>
              <a:t>스크린 리더 사용자가 동일한 내용을 중복 제공받지 않도록 이미지의 대체 텍스트를 제거해야 함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0CE47511-5A61-71BC-DA5E-CE07F5843A02}"/>
              </a:ext>
            </a:extLst>
          </p:cNvPr>
          <p:cNvGrpSpPr/>
          <p:nvPr/>
        </p:nvGrpSpPr>
        <p:grpSpPr>
          <a:xfrm>
            <a:off x="650569" y="5169652"/>
            <a:ext cx="4104000" cy="829165"/>
            <a:chOff x="631825" y="4319397"/>
            <a:chExt cx="4104000" cy="829165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028C911-D295-DBBD-6C84-D4A4F9C0BEBA}"/>
                </a:ext>
              </a:extLst>
            </p:cNvPr>
            <p:cNvSpPr txBox="1"/>
            <p:nvPr/>
          </p:nvSpPr>
          <p:spPr>
            <a:xfrm>
              <a:off x="632129" y="4319397"/>
              <a:ext cx="1584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개선 방안 </a:t>
              </a: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099DB711-4D96-19BB-5914-C96C0C2AA9CA}"/>
                </a:ext>
              </a:extLst>
            </p:cNvPr>
            <p:cNvSpPr/>
            <p:nvPr/>
          </p:nvSpPr>
          <p:spPr>
            <a:xfrm>
              <a:off x="631825" y="4530600"/>
              <a:ext cx="4104000" cy="617962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&lt;button class="quick-menu-button " title="</a:t>
              </a:r>
              <a:r>
                <a:rPr lang="ko-KR" altLang="en-US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퀵메뉴</a:t>
              </a:r>
              <a:r>
                <a:rPr lang="ko-KR" altLang="en-US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열기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"&gt;&lt;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img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class="quick-menu-icon" 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src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="/ko/images/main/quick-menu-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big.svg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" 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alt="</a:t>
              </a:r>
              <a:r>
                <a:rPr lang="ko-KR" altLang="en-US" sz="800" b="1" strike="sngStrike" dirty="0" err="1">
                  <a:solidFill>
                    <a:schemeClr val="accent1"/>
                  </a:solidFill>
                  <a:latin typeface="Consolas" panose="020B0609020204030204" pitchFamily="49" charset="0"/>
                </a:rPr>
                <a:t>퀵메뉴</a:t>
              </a:r>
              <a:r>
                <a:rPr lang="ko-KR" altLang="en-US" sz="800" b="1" strike="sngStrike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 아이콘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"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&gt;&lt;/button&gt;</a:t>
              </a:r>
              <a:endParaRPr lang="ko-KR" altLang="en-US" sz="8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654CA500-B849-9D3F-5907-C448C24CB951}"/>
              </a:ext>
            </a:extLst>
          </p:cNvPr>
          <p:cNvGrpSpPr/>
          <p:nvPr/>
        </p:nvGrpSpPr>
        <p:grpSpPr>
          <a:xfrm>
            <a:off x="631825" y="3857164"/>
            <a:ext cx="4104000" cy="829165"/>
            <a:chOff x="631825" y="4319397"/>
            <a:chExt cx="4104000" cy="829165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76B828B-2537-73A9-FD04-554DEA4380EB}"/>
                </a:ext>
              </a:extLst>
            </p:cNvPr>
            <p:cNvSpPr txBox="1"/>
            <p:nvPr/>
          </p:nvSpPr>
          <p:spPr>
            <a:xfrm>
              <a:off x="632129" y="4319397"/>
              <a:ext cx="1584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문제점</a:t>
              </a: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A2D23248-81F5-309A-EE32-F3DC856F5729}"/>
                </a:ext>
              </a:extLst>
            </p:cNvPr>
            <p:cNvSpPr/>
            <p:nvPr/>
          </p:nvSpPr>
          <p:spPr>
            <a:xfrm>
              <a:off x="631825" y="4530600"/>
              <a:ext cx="4104000" cy="617962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&lt;button class="quick-menu-button " title="</a:t>
              </a:r>
              <a:r>
                <a:rPr lang="ko-KR" altLang="en-US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퀵메뉴</a:t>
              </a:r>
              <a:r>
                <a:rPr lang="ko-KR" altLang="en-US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열기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"&gt;&lt;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img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class="quick-menu-icon" 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src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="/ko/images/main/quick-menu-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big.svg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" alt="</a:t>
              </a:r>
              <a:r>
                <a:rPr lang="ko-KR" altLang="en-US" sz="800" b="1" dirty="0" err="1">
                  <a:solidFill>
                    <a:schemeClr val="accent5"/>
                  </a:solidFill>
                  <a:latin typeface="Consolas" panose="020B0609020204030204" pitchFamily="49" charset="0"/>
                </a:rPr>
                <a:t>퀵메뉴</a:t>
              </a:r>
              <a:r>
                <a:rPr lang="ko-KR" altLang="en-US" sz="800" b="1" dirty="0">
                  <a:solidFill>
                    <a:schemeClr val="accent5"/>
                  </a:solidFill>
                  <a:latin typeface="Consolas" panose="020B0609020204030204" pitchFamily="49" charset="0"/>
                </a:rPr>
                <a:t> 아이콘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"&gt;&lt;/button&gt;</a:t>
              </a:r>
              <a:endParaRPr lang="ko-KR" altLang="en-US" sz="8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</p:grp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373327E4-031B-A69D-EAD2-5330CAB056E0}"/>
              </a:ext>
            </a:extLst>
          </p:cNvPr>
          <p:cNvSpPr/>
          <p:nvPr/>
        </p:nvSpPr>
        <p:spPr>
          <a:xfrm>
            <a:off x="7599020" y="5634799"/>
            <a:ext cx="501271" cy="599747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31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A0AA86-B549-BAB2-5CFF-279902E47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08B2C9-CD94-CC20-B4DF-5742A959B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진단 결과 및 개선 방안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F8AB431-BCBA-85D3-D211-AC810F7E505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 err="1"/>
              <a:t>불릿이나</a:t>
            </a:r>
            <a:r>
              <a:rPr lang="ko-KR" altLang="en-US" dirty="0"/>
              <a:t> </a:t>
            </a:r>
            <a:r>
              <a:rPr lang="ko-KR" altLang="en-US" dirty="0" err="1"/>
              <a:t>배경이미지</a:t>
            </a:r>
            <a:r>
              <a:rPr lang="ko-KR" altLang="en-US" dirty="0"/>
              <a:t> 등 의미 없는 이미지에 </a:t>
            </a:r>
            <a:r>
              <a:rPr lang="en-US" altLang="ko-KR" dirty="0"/>
              <a:t>alt </a:t>
            </a:r>
            <a:r>
              <a:rPr lang="ko-KR" altLang="en-US" dirty="0"/>
              <a:t>속성을 제공하지 않거나 공백이 아닌 불필요한 대체 텍스트를 제공한 경우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9422CE3C-E92A-8C6C-51BF-4CD93DA0FE4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/>
              <a:t>1. (</a:t>
            </a:r>
            <a:r>
              <a:rPr lang="ko-KR" altLang="en-US" dirty="0"/>
              <a:t>적절한 대체 텍스트 제공</a:t>
            </a:r>
            <a:r>
              <a:rPr lang="en-US" altLang="ko-KR" dirty="0"/>
              <a:t>) </a:t>
            </a:r>
            <a:r>
              <a:rPr lang="ko-KR" altLang="en-US" dirty="0"/>
              <a:t>텍스트 아닌 콘텐츠는 그 의미나 용도를 인식할 수 있도록 대체 텍스트를 제공해야 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2AFA0E5-9C78-9E32-5F95-3FE1E0C9CCC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794074"/>
          </a:xfrm>
        </p:spPr>
        <p:txBody>
          <a:bodyPr/>
          <a:lstStyle/>
          <a:p>
            <a:r>
              <a:rPr lang="ko-KR" altLang="en-US" dirty="0"/>
              <a:t>장식 등 심미적 효과를 위한 이미지에는 대체 텍스트를 생략하고 공백 문자를 제공해야 함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011F401B-5C73-1E59-3C9B-565D2C25AB00}"/>
              </a:ext>
            </a:extLst>
          </p:cNvPr>
          <p:cNvGrpSpPr/>
          <p:nvPr/>
        </p:nvGrpSpPr>
        <p:grpSpPr>
          <a:xfrm>
            <a:off x="650569" y="5169652"/>
            <a:ext cx="4104000" cy="1234405"/>
            <a:chOff x="631825" y="4319397"/>
            <a:chExt cx="4104000" cy="1234405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C598530-A834-ED5B-239A-23D0184CC0ED}"/>
                </a:ext>
              </a:extLst>
            </p:cNvPr>
            <p:cNvSpPr txBox="1"/>
            <p:nvPr/>
          </p:nvSpPr>
          <p:spPr>
            <a:xfrm>
              <a:off x="632129" y="4319397"/>
              <a:ext cx="1584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개선 방안 </a:t>
              </a: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C5ABAFB6-E2A0-AC1D-3DFF-E39DD49F9BC6}"/>
                </a:ext>
              </a:extLst>
            </p:cNvPr>
            <p:cNvSpPr/>
            <p:nvPr/>
          </p:nvSpPr>
          <p:spPr>
            <a:xfrm>
              <a:off x="631825" y="4530600"/>
              <a:ext cx="4104000" cy="1023202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&lt;a class="menu-list-item-inner" 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href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="/ko/about-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ksd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/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ksd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-pr-hall/information/brochures"&gt;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 &lt;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img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class="menu-icon" 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src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="/ko/images/main/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icon_folder.svg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" 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alt="</a:t>
              </a:r>
              <a:r>
                <a:rPr lang="ko-KR" altLang="en-US" sz="800" b="1" strike="sngStrike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서비스 안내 자료 아이콘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"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 &lt;span class="menu-title"&gt;</a:t>
              </a:r>
              <a:r>
                <a:rPr lang="ko-KR" altLang="en-US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서비스 안내 자료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&lt;/span&gt;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&lt;/a&gt;</a:t>
              </a:r>
              <a:endParaRPr lang="ko-KR" altLang="en-US" sz="8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B8295530-7063-D0EA-7D1A-ECA4D34CA3E2}"/>
              </a:ext>
            </a:extLst>
          </p:cNvPr>
          <p:cNvGrpSpPr/>
          <p:nvPr/>
        </p:nvGrpSpPr>
        <p:grpSpPr>
          <a:xfrm>
            <a:off x="631825" y="3649364"/>
            <a:ext cx="4104000" cy="1234405"/>
            <a:chOff x="631825" y="4319397"/>
            <a:chExt cx="4104000" cy="1234405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6D29026-645C-1EF9-5E1E-01B942961CFB}"/>
                </a:ext>
              </a:extLst>
            </p:cNvPr>
            <p:cNvSpPr txBox="1"/>
            <p:nvPr/>
          </p:nvSpPr>
          <p:spPr>
            <a:xfrm>
              <a:off x="632129" y="4319397"/>
              <a:ext cx="1584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문제점</a:t>
              </a: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E4E008FC-9E70-0715-1662-13A19BD4FE7B}"/>
                </a:ext>
              </a:extLst>
            </p:cNvPr>
            <p:cNvSpPr/>
            <p:nvPr/>
          </p:nvSpPr>
          <p:spPr>
            <a:xfrm>
              <a:off x="631825" y="4530600"/>
              <a:ext cx="4104000" cy="1023202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&lt;a class="menu-list-item-inner" 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href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="/ko/about-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ksd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/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ksd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-pr-hall/information/brochures"&gt;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 &lt;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img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class="menu-icon" 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src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="/ko/images/main/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icon_folder.svg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" </a:t>
              </a:r>
              <a:r>
                <a:rPr lang="en-US" altLang="ko-KR" sz="800" b="1" dirty="0">
                  <a:solidFill>
                    <a:schemeClr val="accent5"/>
                  </a:solidFill>
                  <a:latin typeface="Consolas" panose="020B0609020204030204" pitchFamily="49" charset="0"/>
                </a:rPr>
                <a:t>alt="</a:t>
              </a:r>
              <a:r>
                <a:rPr lang="ko-KR" altLang="en-US" sz="800" b="1" dirty="0">
                  <a:solidFill>
                    <a:schemeClr val="accent5"/>
                  </a:solidFill>
                  <a:latin typeface="Consolas" panose="020B0609020204030204" pitchFamily="49" charset="0"/>
                </a:rPr>
                <a:t>서비스 안내 자료 아이콘</a:t>
              </a:r>
              <a:r>
                <a:rPr lang="en-US" altLang="ko-KR" sz="800" b="1" dirty="0">
                  <a:solidFill>
                    <a:schemeClr val="accent5"/>
                  </a:solidFill>
                  <a:latin typeface="Consolas" panose="020B0609020204030204" pitchFamily="49" charset="0"/>
                </a:rPr>
                <a:t>"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 &lt;span class="menu-title"&gt;</a:t>
              </a:r>
              <a:r>
                <a:rPr lang="ko-KR" altLang="en-US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서비스 안내 자료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&lt;/span&gt;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&lt;/a&gt;</a:t>
              </a:r>
              <a:endParaRPr lang="ko-KR" altLang="en-US" sz="8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</p:grpSp>
      <p:sp>
        <p:nvSpPr>
          <p:cNvPr id="14" name="텍스트 개체 틀 2">
            <a:extLst>
              <a:ext uri="{FF2B5EF4-FFF2-40B4-BE49-F238E27FC236}">
                <a16:creationId xmlns:a16="http://schemas.microsoft.com/office/drawing/2014/main" id="{DED86119-7A80-F024-1086-AEE553701A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65556" y="813199"/>
            <a:ext cx="8224519" cy="208800"/>
          </a:xfrm>
        </p:spPr>
        <p:txBody>
          <a:bodyPr/>
          <a:lstStyle/>
          <a:p>
            <a:r>
              <a:rPr lang="ko-KR" altLang="en-US" dirty="0"/>
              <a:t>메인</a:t>
            </a:r>
          </a:p>
        </p:txBody>
      </p:sp>
      <p:sp>
        <p:nvSpPr>
          <p:cNvPr id="15" name="텍스트 개체 틀 4">
            <a:extLst>
              <a:ext uri="{FF2B5EF4-FFF2-40B4-BE49-F238E27FC236}">
                <a16:creationId xmlns:a16="http://schemas.microsoft.com/office/drawing/2014/main" id="{1C2EE64F-2E27-D028-4706-EF9EC79AFF0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65556" y="1022495"/>
            <a:ext cx="8224519" cy="208800"/>
          </a:xfrm>
        </p:spPr>
        <p:txBody>
          <a:bodyPr/>
          <a:lstStyle/>
          <a:p>
            <a:r>
              <a:rPr lang="en-US" altLang="ko-KR" dirty="0"/>
              <a:t>https://www.ksd.or.kr/ko/</a:t>
            </a:r>
            <a:endParaRPr lang="ko-KR" altLang="en-US" dirty="0"/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78371198-DAAC-C283-ACFA-4FA4962B187E}"/>
              </a:ext>
            </a:extLst>
          </p:cNvPr>
          <p:cNvGrpSpPr>
            <a:grpSpLocks noChangeAspect="1"/>
          </p:cNvGrpSpPr>
          <p:nvPr/>
        </p:nvGrpSpPr>
        <p:grpSpPr>
          <a:xfrm>
            <a:off x="6376521" y="3300976"/>
            <a:ext cx="1690033" cy="2142383"/>
            <a:chOff x="5940246" y="2741386"/>
            <a:chExt cx="2562583" cy="3248478"/>
          </a:xfrm>
        </p:grpSpPr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D7DFA7B2-63B0-D3BD-9ABB-D7C1FF75E4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940246" y="2741386"/>
              <a:ext cx="2562583" cy="3248478"/>
            </a:xfrm>
            <a:prstGeom prst="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</p:pic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3F370B5B-1CE7-5FA9-9B4F-3A72D53B4584}"/>
                </a:ext>
              </a:extLst>
            </p:cNvPr>
            <p:cNvSpPr/>
            <p:nvPr/>
          </p:nvSpPr>
          <p:spPr>
            <a:xfrm>
              <a:off x="6329022" y="3150217"/>
              <a:ext cx="280559" cy="258002"/>
            </a:xfrm>
            <a:prstGeom prst="rect">
              <a:avLst/>
            </a:prstGeom>
            <a:noFill/>
            <a:ln w="2540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noAutofit/>
            </a:bodyPr>
            <a:lstStyle/>
            <a:p>
              <a:pPr algn="l" defTabSz="144000">
                <a:lnSpc>
                  <a:spcPct val="110000"/>
                </a:lnSpc>
              </a:pPr>
              <a:endParaRPr lang="ko-KR" altLang="en-US" sz="80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48306EB9-DE43-4F0D-E7F3-34BC9487B950}"/>
                </a:ext>
              </a:extLst>
            </p:cNvPr>
            <p:cNvSpPr/>
            <p:nvPr/>
          </p:nvSpPr>
          <p:spPr>
            <a:xfrm>
              <a:off x="6329022" y="3576608"/>
              <a:ext cx="280559" cy="258002"/>
            </a:xfrm>
            <a:prstGeom prst="rect">
              <a:avLst/>
            </a:prstGeom>
            <a:noFill/>
            <a:ln w="2540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noAutofit/>
            </a:bodyPr>
            <a:lstStyle/>
            <a:p>
              <a:pPr algn="l" defTabSz="144000">
                <a:lnSpc>
                  <a:spcPct val="110000"/>
                </a:lnSpc>
              </a:pPr>
              <a:endParaRPr lang="ko-KR" altLang="en-US" sz="80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5CFA5A89-4677-4E79-DD6A-A8CF884047EF}"/>
                </a:ext>
              </a:extLst>
            </p:cNvPr>
            <p:cNvSpPr/>
            <p:nvPr/>
          </p:nvSpPr>
          <p:spPr>
            <a:xfrm>
              <a:off x="6329022" y="4021471"/>
              <a:ext cx="280559" cy="258002"/>
            </a:xfrm>
            <a:prstGeom prst="rect">
              <a:avLst/>
            </a:prstGeom>
            <a:noFill/>
            <a:ln w="2540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noAutofit/>
            </a:bodyPr>
            <a:lstStyle/>
            <a:p>
              <a:pPr algn="l" defTabSz="144000">
                <a:lnSpc>
                  <a:spcPct val="110000"/>
                </a:lnSpc>
              </a:pPr>
              <a:endParaRPr lang="ko-KR" altLang="en-US" sz="80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050AF6A1-2C17-8E13-470F-7A207ABDB786}"/>
                </a:ext>
              </a:extLst>
            </p:cNvPr>
            <p:cNvSpPr/>
            <p:nvPr/>
          </p:nvSpPr>
          <p:spPr>
            <a:xfrm>
              <a:off x="6329022" y="4457099"/>
              <a:ext cx="280559" cy="258002"/>
            </a:xfrm>
            <a:prstGeom prst="rect">
              <a:avLst/>
            </a:prstGeom>
            <a:noFill/>
            <a:ln w="2540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noAutofit/>
            </a:bodyPr>
            <a:lstStyle/>
            <a:p>
              <a:pPr algn="l" defTabSz="144000">
                <a:lnSpc>
                  <a:spcPct val="110000"/>
                </a:lnSpc>
              </a:pPr>
              <a:endParaRPr lang="ko-KR" altLang="en-US" sz="80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425000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16DC9E-1241-B709-143C-4A3CD58287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D36A4D-DA56-1A94-9C39-1E9FF1471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진단 결과 및 개선 방안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1271252-96A3-1585-DDBE-26F3AA2BCFA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텍스트 등 운용할 수 없는 요소에 초점이 되는 경우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B3F36B14-EB74-2BC9-63B2-F3E40ABA50B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/>
              <a:t>11. (</a:t>
            </a:r>
            <a:r>
              <a:rPr lang="ko-KR" altLang="en-US" dirty="0"/>
              <a:t>초점 이동과 표시</a:t>
            </a:r>
            <a:r>
              <a:rPr lang="en-US" altLang="ko-KR" dirty="0"/>
              <a:t>) </a:t>
            </a:r>
            <a:r>
              <a:rPr lang="ko-KR" altLang="en-US" dirty="0"/>
              <a:t>키보드에 의한 초점은 논리적으로 이동해야 하며</a:t>
            </a:r>
            <a:r>
              <a:rPr lang="en-US" altLang="ko-KR" dirty="0"/>
              <a:t>, </a:t>
            </a:r>
            <a:r>
              <a:rPr lang="ko-KR" altLang="en-US" dirty="0"/>
              <a:t>시각적으로 구별할 수 있어야 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BADDBDA6-7C37-E379-FDCE-90E24CF3DD5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1030036"/>
          </a:xfrm>
        </p:spPr>
        <p:txBody>
          <a:bodyPr/>
          <a:lstStyle/>
          <a:p>
            <a:r>
              <a:rPr lang="ko-KR" altLang="en-US" dirty="0"/>
              <a:t>특별한 기능이 없는 요소에 키보드 초점이 진입하여 사용자에게 혼동을 줌</a:t>
            </a:r>
            <a:endParaRPr lang="en-US" altLang="ko-KR" dirty="0"/>
          </a:p>
          <a:p>
            <a:r>
              <a:rPr lang="ko-KR" altLang="en-US" dirty="0"/>
              <a:t>기획 의도를 확인하여 페이지 이동이 실행되도록 링크 요소로 수정하거나 기능이 없는 경우 </a:t>
            </a:r>
            <a:r>
              <a:rPr lang="en-US" altLang="ko-KR" dirty="0" err="1"/>
              <a:t>tabindex</a:t>
            </a:r>
            <a:r>
              <a:rPr lang="en-US" altLang="ko-KR" dirty="0"/>
              <a:t>="0" </a:t>
            </a:r>
            <a:r>
              <a:rPr lang="ko-KR" altLang="en-US" dirty="0"/>
              <a:t>속성을 제거해야 함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98634AC2-331A-D0E9-9881-51AC121F2F3E}"/>
              </a:ext>
            </a:extLst>
          </p:cNvPr>
          <p:cNvGrpSpPr/>
          <p:nvPr/>
        </p:nvGrpSpPr>
        <p:grpSpPr>
          <a:xfrm>
            <a:off x="631825" y="4203020"/>
            <a:ext cx="4104000" cy="1098983"/>
            <a:chOff x="631825" y="4319397"/>
            <a:chExt cx="4104000" cy="1098983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2636F66-361C-6C84-C05D-46FE0859BFA9}"/>
                </a:ext>
              </a:extLst>
            </p:cNvPr>
            <p:cNvSpPr txBox="1"/>
            <p:nvPr/>
          </p:nvSpPr>
          <p:spPr>
            <a:xfrm>
              <a:off x="632129" y="4319397"/>
              <a:ext cx="1584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문제점</a:t>
              </a: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6E1660BB-F6CE-9194-0E2C-C76C0E8F347E}"/>
                </a:ext>
              </a:extLst>
            </p:cNvPr>
            <p:cNvSpPr/>
            <p:nvPr/>
          </p:nvSpPr>
          <p:spPr>
            <a:xfrm>
              <a:off x="631825" y="4530600"/>
              <a:ext cx="4104000" cy="887780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b="1" dirty="0">
                  <a:solidFill>
                    <a:schemeClr val="accent5"/>
                  </a:solidFill>
                  <a:latin typeface="Consolas" panose="020B0609020204030204" pitchFamily="49" charset="0"/>
                </a:rPr>
                <a:t>&lt;div class="menu-list-item-inner" </a:t>
              </a:r>
              <a:r>
                <a:rPr lang="en-US" altLang="ko-KR" sz="800" b="1" dirty="0" err="1">
                  <a:solidFill>
                    <a:schemeClr val="accent5"/>
                  </a:solidFill>
                  <a:latin typeface="Consolas" panose="020B0609020204030204" pitchFamily="49" charset="0"/>
                </a:rPr>
                <a:t>tabindex</a:t>
              </a:r>
              <a:r>
                <a:rPr lang="en-US" altLang="ko-KR" sz="800" b="1" dirty="0">
                  <a:solidFill>
                    <a:schemeClr val="accent5"/>
                  </a:solidFill>
                  <a:latin typeface="Consolas" panose="020B0609020204030204" pitchFamily="49" charset="0"/>
                </a:rPr>
                <a:t>="0"&gt;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 &lt;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img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class="menu-icon" 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src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="/ko/images/main/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icon_tel.svg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" alt="</a:t>
              </a:r>
              <a:r>
                <a:rPr lang="ko-KR" altLang="en-US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전화번호 안내 아이콘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"&gt; 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 &lt;span class="menu-title"&gt;</a:t>
              </a:r>
              <a:r>
                <a:rPr lang="ko-KR" altLang="en-US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전화번호 안내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&lt;/span&gt;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&lt;/div&gt;</a:t>
              </a:r>
              <a:endParaRPr lang="ko-KR" altLang="en-US" sz="8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</p:grpSp>
      <p:sp>
        <p:nvSpPr>
          <p:cNvPr id="14" name="텍스트 개체 틀 2">
            <a:extLst>
              <a:ext uri="{FF2B5EF4-FFF2-40B4-BE49-F238E27FC236}">
                <a16:creationId xmlns:a16="http://schemas.microsoft.com/office/drawing/2014/main" id="{26E57A1E-8802-DC56-3A9E-1CCA576F18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65556" y="813199"/>
            <a:ext cx="8224519" cy="208800"/>
          </a:xfrm>
        </p:spPr>
        <p:txBody>
          <a:bodyPr/>
          <a:lstStyle/>
          <a:p>
            <a:r>
              <a:rPr lang="ko-KR" altLang="en-US" dirty="0"/>
              <a:t>메인</a:t>
            </a:r>
          </a:p>
        </p:txBody>
      </p:sp>
      <p:sp>
        <p:nvSpPr>
          <p:cNvPr id="15" name="텍스트 개체 틀 4">
            <a:extLst>
              <a:ext uri="{FF2B5EF4-FFF2-40B4-BE49-F238E27FC236}">
                <a16:creationId xmlns:a16="http://schemas.microsoft.com/office/drawing/2014/main" id="{36EA00B7-15B8-DD20-2643-82A478760BA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65556" y="1022495"/>
            <a:ext cx="8224519" cy="208800"/>
          </a:xfrm>
        </p:spPr>
        <p:txBody>
          <a:bodyPr/>
          <a:lstStyle/>
          <a:p>
            <a:r>
              <a:rPr lang="en-US" altLang="ko-KR" dirty="0"/>
              <a:t>https://www.ksd.or.kr/ko/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12B0B10-3C93-AC6D-7F28-8F265C2F3A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510" y="2774728"/>
            <a:ext cx="2372056" cy="3181794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5C394430-BA9F-E9BB-05C9-BCD16C352E1B}"/>
              </a:ext>
            </a:extLst>
          </p:cNvPr>
          <p:cNvSpPr/>
          <p:nvPr/>
        </p:nvSpPr>
        <p:spPr>
          <a:xfrm>
            <a:off x="6243781" y="3944292"/>
            <a:ext cx="1672244" cy="332144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68412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CEBA70-E988-DD57-7476-9A196C713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그림 26">
            <a:extLst>
              <a:ext uri="{FF2B5EF4-FFF2-40B4-BE49-F238E27FC236}">
                <a16:creationId xmlns:a16="http://schemas.microsoft.com/office/drawing/2014/main" id="{67B7B2F1-E3DD-4CC6-80C0-6CD29E5B385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3334"/>
          <a:stretch/>
        </p:blipFill>
        <p:spPr>
          <a:xfrm>
            <a:off x="5328529" y="4508872"/>
            <a:ext cx="1843200" cy="1829247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4874240D-A710-C090-5254-7908D81BA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진단 결과 및 개선 방안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DD8518F-3D96-6D32-51F7-2E909AE6912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목적이나 용도를 알기 어려운 링크 텍스트를 제공한 경우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90708CBB-4DA7-C38D-20E1-3C2565BE59B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/>
              <a:t>19. (</a:t>
            </a:r>
            <a:r>
              <a:rPr lang="ko-KR" altLang="en-US" dirty="0"/>
              <a:t>적절한 링크 텍스트</a:t>
            </a:r>
            <a:r>
              <a:rPr lang="en-US" altLang="ko-KR" dirty="0"/>
              <a:t>) </a:t>
            </a:r>
            <a:r>
              <a:rPr lang="ko-KR" altLang="en-US" dirty="0"/>
              <a:t>링크 텍스트는 용도나 목적을 이해할 수 있도록 제공해야 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032C7B57-4A0B-94BE-AA7C-2AE72024B15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794074"/>
          </a:xfrm>
        </p:spPr>
        <p:txBody>
          <a:bodyPr/>
          <a:lstStyle/>
          <a:p>
            <a:r>
              <a:rPr lang="ko-KR" altLang="en-US" dirty="0"/>
              <a:t>슬라이드 컨트롤에 텍스트 레이블 또는 접근 가능한 이름을 제공하여 보조 기술 사용자도 동등한 정보를 전달받을 수 있도록 해야 함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698619DE-3B2C-798E-6B83-021AFBAAE4EF}"/>
              </a:ext>
            </a:extLst>
          </p:cNvPr>
          <p:cNvGrpSpPr/>
          <p:nvPr/>
        </p:nvGrpSpPr>
        <p:grpSpPr>
          <a:xfrm>
            <a:off x="650873" y="5025146"/>
            <a:ext cx="4104000" cy="964587"/>
            <a:chOff x="631825" y="4319397"/>
            <a:chExt cx="4104000" cy="964587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3138493-E7DE-D974-ED2C-AF63F2AF0FF9}"/>
                </a:ext>
              </a:extLst>
            </p:cNvPr>
            <p:cNvSpPr txBox="1"/>
            <p:nvPr/>
          </p:nvSpPr>
          <p:spPr>
            <a:xfrm>
              <a:off x="632129" y="4319397"/>
              <a:ext cx="1584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개선 방안 </a:t>
              </a: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677B5185-1FF3-8784-9BE7-6965121CF78F}"/>
                </a:ext>
              </a:extLst>
            </p:cNvPr>
            <p:cNvSpPr/>
            <p:nvPr/>
          </p:nvSpPr>
          <p:spPr>
            <a:xfrm>
              <a:off x="631825" y="4530600"/>
              <a:ext cx="4104000" cy="753384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&lt;button class="main-swiper-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btn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main-swiper-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prev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-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btn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" 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aria-label="</a:t>
              </a:r>
              <a:r>
                <a:rPr lang="ko-KR" altLang="en-US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이전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"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&gt;&lt;/button&gt;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&lt;button class="main-swiper-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btn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main-swiper-next-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btn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" 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aria-label="</a:t>
              </a:r>
              <a:r>
                <a:rPr lang="ko-KR" altLang="en-US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다음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"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&gt;&lt;/button&gt;</a:t>
              </a:r>
              <a:endParaRPr lang="ko-KR" altLang="en-US" sz="8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826F5632-C5A1-9E8A-2B54-66C4F20E5864}"/>
              </a:ext>
            </a:extLst>
          </p:cNvPr>
          <p:cNvGrpSpPr/>
          <p:nvPr/>
        </p:nvGrpSpPr>
        <p:grpSpPr>
          <a:xfrm>
            <a:off x="632129" y="3712658"/>
            <a:ext cx="4104000" cy="692718"/>
            <a:chOff x="631825" y="4319397"/>
            <a:chExt cx="4104000" cy="692718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B8AF13A-892E-947D-8341-DBEC44573675}"/>
                </a:ext>
              </a:extLst>
            </p:cNvPr>
            <p:cNvSpPr txBox="1"/>
            <p:nvPr/>
          </p:nvSpPr>
          <p:spPr>
            <a:xfrm>
              <a:off x="632129" y="4319397"/>
              <a:ext cx="1584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문제점</a:t>
              </a: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49971445-8C78-3AEF-C308-BCED41C83DBA}"/>
                </a:ext>
              </a:extLst>
            </p:cNvPr>
            <p:cNvSpPr/>
            <p:nvPr/>
          </p:nvSpPr>
          <p:spPr>
            <a:xfrm>
              <a:off x="631825" y="4530600"/>
              <a:ext cx="4104000" cy="481515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b="1" dirty="0">
                  <a:solidFill>
                    <a:schemeClr val="accent5"/>
                  </a:solidFill>
                  <a:latin typeface="Consolas" panose="020B0609020204030204" pitchFamily="49" charset="0"/>
                </a:rPr>
                <a:t>&lt;button class="main-swiper-</a:t>
              </a:r>
              <a:r>
                <a:rPr lang="en-US" altLang="ko-KR" sz="800" b="1" dirty="0" err="1">
                  <a:solidFill>
                    <a:schemeClr val="accent5"/>
                  </a:solidFill>
                  <a:latin typeface="Consolas" panose="020B0609020204030204" pitchFamily="49" charset="0"/>
                </a:rPr>
                <a:t>btn</a:t>
              </a:r>
              <a:r>
                <a:rPr lang="en-US" altLang="ko-KR" sz="800" b="1" dirty="0">
                  <a:solidFill>
                    <a:schemeClr val="accent5"/>
                  </a:solidFill>
                  <a:latin typeface="Consolas" panose="020B0609020204030204" pitchFamily="49" charset="0"/>
                </a:rPr>
                <a:t> main-swiper-</a:t>
              </a:r>
              <a:r>
                <a:rPr lang="en-US" altLang="ko-KR" sz="800" b="1" dirty="0" err="1">
                  <a:solidFill>
                    <a:schemeClr val="accent5"/>
                  </a:solidFill>
                  <a:latin typeface="Consolas" panose="020B0609020204030204" pitchFamily="49" charset="0"/>
                </a:rPr>
                <a:t>prev</a:t>
              </a:r>
              <a:r>
                <a:rPr lang="en-US" altLang="ko-KR" sz="800" b="1" dirty="0">
                  <a:solidFill>
                    <a:schemeClr val="accent5"/>
                  </a:solidFill>
                  <a:latin typeface="Consolas" panose="020B0609020204030204" pitchFamily="49" charset="0"/>
                </a:rPr>
                <a:t>-</a:t>
              </a:r>
              <a:r>
                <a:rPr lang="en-US" altLang="ko-KR" sz="800" b="1" dirty="0" err="1">
                  <a:solidFill>
                    <a:schemeClr val="accent5"/>
                  </a:solidFill>
                  <a:latin typeface="Consolas" panose="020B0609020204030204" pitchFamily="49" charset="0"/>
                </a:rPr>
                <a:t>btn</a:t>
              </a:r>
              <a:r>
                <a:rPr lang="en-US" altLang="ko-KR" sz="800" b="1" dirty="0">
                  <a:solidFill>
                    <a:schemeClr val="accent5"/>
                  </a:solidFill>
                  <a:latin typeface="Consolas" panose="020B0609020204030204" pitchFamily="49" charset="0"/>
                </a:rPr>
                <a:t>"&gt;&lt;/button&gt;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b="1" dirty="0">
                  <a:solidFill>
                    <a:schemeClr val="accent5"/>
                  </a:solidFill>
                  <a:latin typeface="Consolas" panose="020B0609020204030204" pitchFamily="49" charset="0"/>
                </a:rPr>
                <a:t>&lt;button class="main-swiper-</a:t>
              </a:r>
              <a:r>
                <a:rPr lang="en-US" altLang="ko-KR" sz="800" b="1" dirty="0" err="1">
                  <a:solidFill>
                    <a:schemeClr val="accent5"/>
                  </a:solidFill>
                  <a:latin typeface="Consolas" panose="020B0609020204030204" pitchFamily="49" charset="0"/>
                </a:rPr>
                <a:t>btn</a:t>
              </a:r>
              <a:r>
                <a:rPr lang="en-US" altLang="ko-KR" sz="800" b="1" dirty="0">
                  <a:solidFill>
                    <a:schemeClr val="accent5"/>
                  </a:solidFill>
                  <a:latin typeface="Consolas" panose="020B0609020204030204" pitchFamily="49" charset="0"/>
                </a:rPr>
                <a:t> main-swiper-next-</a:t>
              </a:r>
              <a:r>
                <a:rPr lang="en-US" altLang="ko-KR" sz="800" b="1" dirty="0" err="1">
                  <a:solidFill>
                    <a:schemeClr val="accent5"/>
                  </a:solidFill>
                  <a:latin typeface="Consolas" panose="020B0609020204030204" pitchFamily="49" charset="0"/>
                </a:rPr>
                <a:t>btn</a:t>
              </a:r>
              <a:r>
                <a:rPr lang="en-US" altLang="ko-KR" sz="800" b="1" dirty="0">
                  <a:solidFill>
                    <a:schemeClr val="accent5"/>
                  </a:solidFill>
                  <a:latin typeface="Consolas" panose="020B0609020204030204" pitchFamily="49" charset="0"/>
                </a:rPr>
                <a:t>"&gt;&lt;/button&gt;</a:t>
              </a:r>
              <a:endParaRPr lang="ko-KR" altLang="en-US" sz="800" b="1" dirty="0">
                <a:solidFill>
                  <a:schemeClr val="accent5"/>
                </a:solidFill>
                <a:latin typeface="Consolas" panose="020B0609020204030204" pitchFamily="49" charset="0"/>
              </a:endParaRPr>
            </a:p>
          </p:txBody>
        </p:sp>
      </p:grpSp>
      <p:sp>
        <p:nvSpPr>
          <p:cNvPr id="14" name="텍스트 개체 틀 2">
            <a:extLst>
              <a:ext uri="{FF2B5EF4-FFF2-40B4-BE49-F238E27FC236}">
                <a16:creationId xmlns:a16="http://schemas.microsoft.com/office/drawing/2014/main" id="{A73A66A3-55B9-131B-CD77-2FC7842FFCB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65556" y="813199"/>
            <a:ext cx="8224519" cy="208800"/>
          </a:xfrm>
        </p:spPr>
        <p:txBody>
          <a:bodyPr/>
          <a:lstStyle/>
          <a:p>
            <a:r>
              <a:rPr lang="ko-KR" altLang="en-US" dirty="0"/>
              <a:t>메인</a:t>
            </a:r>
          </a:p>
        </p:txBody>
      </p:sp>
      <p:sp>
        <p:nvSpPr>
          <p:cNvPr id="15" name="텍스트 개체 틀 4">
            <a:extLst>
              <a:ext uri="{FF2B5EF4-FFF2-40B4-BE49-F238E27FC236}">
                <a16:creationId xmlns:a16="http://schemas.microsoft.com/office/drawing/2014/main" id="{40D0FD0D-AF11-2946-4CD6-58DCBD73744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65556" y="1022495"/>
            <a:ext cx="8224519" cy="208800"/>
          </a:xfrm>
        </p:spPr>
        <p:txBody>
          <a:bodyPr/>
          <a:lstStyle/>
          <a:p>
            <a:r>
              <a:rPr lang="en-US" altLang="ko-KR" dirty="0"/>
              <a:t>https://www.ksd.or.kr/ko/</a:t>
            </a:r>
            <a:endParaRPr lang="ko-KR" altLang="en-US" dirty="0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F7E3D399-1809-220A-6885-39552A04516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3807"/>
          <a:stretch/>
        </p:blipFill>
        <p:spPr>
          <a:xfrm>
            <a:off x="5328529" y="2425376"/>
            <a:ext cx="1843784" cy="1829247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FF5EF39B-E642-5E32-DB5E-1E80B525D3D3}"/>
              </a:ext>
            </a:extLst>
          </p:cNvPr>
          <p:cNvSpPr/>
          <p:nvPr/>
        </p:nvSpPr>
        <p:spPr>
          <a:xfrm>
            <a:off x="5568424" y="3882513"/>
            <a:ext cx="378495" cy="248947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A4ED9C98-457E-BAEB-47AF-E4929D07E3CD}"/>
              </a:ext>
            </a:extLst>
          </p:cNvPr>
          <p:cNvSpPr/>
          <p:nvPr/>
        </p:nvSpPr>
        <p:spPr>
          <a:xfrm>
            <a:off x="5325770" y="5575366"/>
            <a:ext cx="263885" cy="248947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A6F948E9-2EFD-AABA-A27F-4337E081AD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9548" y="4556545"/>
            <a:ext cx="1843200" cy="173390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28D4B84E-2A2B-952D-45E0-12D0A2FC073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4571"/>
          <a:stretch/>
        </p:blipFill>
        <p:spPr>
          <a:xfrm>
            <a:off x="7329548" y="2425377"/>
            <a:ext cx="1843200" cy="198000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38" name="직사각형 37">
            <a:extLst>
              <a:ext uri="{FF2B5EF4-FFF2-40B4-BE49-F238E27FC236}">
                <a16:creationId xmlns:a16="http://schemas.microsoft.com/office/drawing/2014/main" id="{080D664B-E71F-54E0-E619-140D50F37CB9}"/>
              </a:ext>
            </a:extLst>
          </p:cNvPr>
          <p:cNvSpPr/>
          <p:nvPr/>
        </p:nvSpPr>
        <p:spPr>
          <a:xfrm>
            <a:off x="8731879" y="3037385"/>
            <a:ext cx="378495" cy="248947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2C9474F0-2644-9A61-8DEE-83FFDB13C72C}"/>
              </a:ext>
            </a:extLst>
          </p:cNvPr>
          <p:cNvSpPr/>
          <p:nvPr/>
        </p:nvSpPr>
        <p:spPr>
          <a:xfrm>
            <a:off x="8731878" y="5336025"/>
            <a:ext cx="378495" cy="248947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B554C32A-A605-247C-7CCB-07C7D57F339C}"/>
              </a:ext>
            </a:extLst>
          </p:cNvPr>
          <p:cNvSpPr/>
          <p:nvPr/>
        </p:nvSpPr>
        <p:spPr>
          <a:xfrm>
            <a:off x="6891333" y="5570748"/>
            <a:ext cx="263885" cy="248947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49214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368D35-F85C-7294-4334-3FBE63220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BDE2EC-5EA2-6B43-D0D0-82A183708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진단 결과 및 개선 방안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30BE7FE-7E96-2D84-DC62-1ED05039494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목적이나 용도를 알기 어려운 링크 텍스트를 제공한 경우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2DAFCF9E-A47F-F2ED-8BB6-09FA7364C93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/>
              <a:t>19. (</a:t>
            </a:r>
            <a:r>
              <a:rPr lang="ko-KR" altLang="en-US" dirty="0"/>
              <a:t>적절한 링크 텍스트</a:t>
            </a:r>
            <a:r>
              <a:rPr lang="en-US" altLang="ko-KR" dirty="0"/>
              <a:t>) </a:t>
            </a:r>
            <a:r>
              <a:rPr lang="ko-KR" altLang="en-US" dirty="0"/>
              <a:t>링크 텍스트는 용도나 목적을 이해할 수 있도록 제공해야 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BFE0BCC9-D10A-AAD7-25B3-10A98456855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1265998"/>
          </a:xfrm>
        </p:spPr>
        <p:txBody>
          <a:bodyPr/>
          <a:lstStyle/>
          <a:p>
            <a:r>
              <a:rPr lang="ko-KR" altLang="en-US" dirty="0"/>
              <a:t>컨트롤 요소에 접근 가능한 이름이 존재하지 않는 경우</a:t>
            </a:r>
            <a:r>
              <a:rPr lang="en-US" altLang="ko-KR" dirty="0"/>
              <a:t>, </a:t>
            </a:r>
            <a:r>
              <a:rPr lang="ko-KR" altLang="en-US" dirty="0"/>
              <a:t>이미지에 대체 텍스트를 올바르게 전달해야 함 </a:t>
            </a:r>
            <a:endParaRPr lang="en-US" altLang="ko-KR" dirty="0"/>
          </a:p>
          <a:p>
            <a:r>
              <a:rPr lang="ko-KR" altLang="en-US" dirty="0"/>
              <a:t>대체 텍스트에 태그의 의미와 중복되는 정보</a:t>
            </a:r>
            <a:r>
              <a:rPr lang="en-US" altLang="ko-KR" dirty="0"/>
              <a:t>('</a:t>
            </a:r>
            <a:r>
              <a:rPr lang="ko-KR" altLang="en-US" dirty="0"/>
              <a:t>아이콘</a:t>
            </a:r>
            <a:r>
              <a:rPr lang="en-US" altLang="ko-KR" dirty="0"/>
              <a:t>')</a:t>
            </a:r>
            <a:r>
              <a:rPr lang="ko-KR" altLang="en-US" dirty="0"/>
              <a:t>을 삭제해야 함</a:t>
            </a:r>
          </a:p>
          <a:p>
            <a:pPr marL="0" indent="0">
              <a:buNone/>
            </a:pPr>
            <a:endParaRPr lang="en-US" altLang="ko-KR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5CF3F1BB-E37E-2E65-7022-02F50601625D}"/>
              </a:ext>
            </a:extLst>
          </p:cNvPr>
          <p:cNvGrpSpPr/>
          <p:nvPr/>
        </p:nvGrpSpPr>
        <p:grpSpPr>
          <a:xfrm>
            <a:off x="650873" y="4856486"/>
            <a:ext cx="4104000" cy="1640670"/>
            <a:chOff x="631825" y="4319397"/>
            <a:chExt cx="4104000" cy="164067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963BDB8-1D38-EEE6-4711-7269A78E7255}"/>
                </a:ext>
              </a:extLst>
            </p:cNvPr>
            <p:cNvSpPr txBox="1"/>
            <p:nvPr/>
          </p:nvSpPr>
          <p:spPr>
            <a:xfrm>
              <a:off x="632129" y="4319397"/>
              <a:ext cx="1584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개선 방안 </a:t>
              </a: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D5D531CD-DC1F-35D3-7AD6-02432E97420B}"/>
                </a:ext>
              </a:extLst>
            </p:cNvPr>
            <p:cNvSpPr/>
            <p:nvPr/>
          </p:nvSpPr>
          <p:spPr>
            <a:xfrm>
              <a:off x="631825" y="4530600"/>
              <a:ext cx="4104000" cy="1429467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&lt;!--</a:t>
              </a:r>
              <a:r>
                <a:rPr lang="ko-KR" altLang="en-US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재생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--&gt;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&lt;button class="main-swiper-auto-play-wrapper-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btn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 &lt;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img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src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="/ko/images/main/icon-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pause.svg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" 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alt="</a:t>
              </a:r>
              <a:r>
                <a:rPr lang="ko-KR" altLang="en-US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일시정지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"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&lt;/button&gt;</a:t>
              </a:r>
              <a:b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</a:br>
              <a:b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</a:b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&lt;!--</a:t>
              </a:r>
              <a:r>
                <a:rPr lang="ko-KR" altLang="en-US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일시 정지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--&gt;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&lt;button class="main-swiper-auto-play-wrapper-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btn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 &lt;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img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src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="/ko/images/main/icon-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play.svg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" 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alt="</a:t>
              </a:r>
              <a:r>
                <a:rPr lang="ko-KR" altLang="en-US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재생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"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&lt;/button&gt;</a:t>
              </a: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913628CF-FF90-7D14-3CCC-2BF36301FC04}"/>
              </a:ext>
            </a:extLst>
          </p:cNvPr>
          <p:cNvGrpSpPr/>
          <p:nvPr/>
        </p:nvGrpSpPr>
        <p:grpSpPr>
          <a:xfrm>
            <a:off x="631825" y="3695409"/>
            <a:ext cx="4104000" cy="963561"/>
            <a:chOff x="631825" y="4319397"/>
            <a:chExt cx="4104000" cy="963561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45AD3B6-9654-BF54-F3DC-A91948C683A0}"/>
                </a:ext>
              </a:extLst>
            </p:cNvPr>
            <p:cNvSpPr txBox="1"/>
            <p:nvPr/>
          </p:nvSpPr>
          <p:spPr>
            <a:xfrm>
              <a:off x="632129" y="4319397"/>
              <a:ext cx="1584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문제점</a:t>
              </a: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1D5C91FB-8E27-8B6B-7476-9FCA1C1253AB}"/>
                </a:ext>
              </a:extLst>
            </p:cNvPr>
            <p:cNvSpPr/>
            <p:nvPr/>
          </p:nvSpPr>
          <p:spPr>
            <a:xfrm>
              <a:off x="631825" y="4530600"/>
              <a:ext cx="4104000" cy="752358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&lt;button class="main-swiper-auto-play-wrapper-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btn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 &lt;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img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src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="/ko/images/main/icon-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pause.svg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" </a:t>
              </a:r>
              <a:r>
                <a:rPr lang="en-US" altLang="ko-KR" sz="800" b="1" dirty="0">
                  <a:solidFill>
                    <a:schemeClr val="accent5"/>
                  </a:solidFill>
                  <a:latin typeface="Consolas" panose="020B0609020204030204" pitchFamily="49" charset="0"/>
                </a:rPr>
                <a:t>alt="</a:t>
              </a:r>
              <a:r>
                <a:rPr lang="ko-KR" altLang="en-US" sz="800" b="1" dirty="0" err="1">
                  <a:solidFill>
                    <a:schemeClr val="accent5"/>
                  </a:solidFill>
                  <a:latin typeface="Consolas" panose="020B0609020204030204" pitchFamily="49" charset="0"/>
                </a:rPr>
                <a:t>캐러셀</a:t>
              </a:r>
              <a:r>
                <a:rPr lang="ko-KR" altLang="en-US" sz="800" b="1" dirty="0">
                  <a:solidFill>
                    <a:schemeClr val="accent5"/>
                  </a:solidFill>
                  <a:latin typeface="Consolas" panose="020B0609020204030204" pitchFamily="49" charset="0"/>
                </a:rPr>
                <a:t> 재생</a:t>
              </a:r>
              <a:r>
                <a:rPr lang="en-US" altLang="ko-KR" sz="800" b="1" dirty="0">
                  <a:solidFill>
                    <a:schemeClr val="accent5"/>
                  </a:solidFill>
                  <a:latin typeface="Consolas" panose="020B0609020204030204" pitchFamily="49" charset="0"/>
                </a:rPr>
                <a:t>/</a:t>
              </a:r>
              <a:r>
                <a:rPr lang="ko-KR" altLang="en-US" sz="800" b="1" dirty="0">
                  <a:solidFill>
                    <a:schemeClr val="accent5"/>
                  </a:solidFill>
                  <a:latin typeface="Consolas" panose="020B0609020204030204" pitchFamily="49" charset="0"/>
                </a:rPr>
                <a:t>일시정지 아이콘</a:t>
              </a:r>
              <a:r>
                <a:rPr lang="en-US" altLang="ko-KR" sz="800" b="1" dirty="0">
                  <a:solidFill>
                    <a:schemeClr val="accent5"/>
                  </a:solidFill>
                  <a:latin typeface="Consolas" panose="020B0609020204030204" pitchFamily="49" charset="0"/>
                </a:rPr>
                <a:t>"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&lt;/button&gt;</a:t>
              </a:r>
              <a:endParaRPr lang="ko-KR" altLang="en-US" sz="8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</p:grpSp>
      <p:sp>
        <p:nvSpPr>
          <p:cNvPr id="14" name="텍스트 개체 틀 2">
            <a:extLst>
              <a:ext uri="{FF2B5EF4-FFF2-40B4-BE49-F238E27FC236}">
                <a16:creationId xmlns:a16="http://schemas.microsoft.com/office/drawing/2014/main" id="{E41BFB82-96D7-5EFC-ECBC-FE38D3E329D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65556" y="813199"/>
            <a:ext cx="8224519" cy="208800"/>
          </a:xfrm>
        </p:spPr>
        <p:txBody>
          <a:bodyPr/>
          <a:lstStyle/>
          <a:p>
            <a:r>
              <a:rPr lang="ko-KR" altLang="en-US" dirty="0"/>
              <a:t>메인</a:t>
            </a:r>
          </a:p>
        </p:txBody>
      </p:sp>
      <p:sp>
        <p:nvSpPr>
          <p:cNvPr id="15" name="텍스트 개체 틀 4">
            <a:extLst>
              <a:ext uri="{FF2B5EF4-FFF2-40B4-BE49-F238E27FC236}">
                <a16:creationId xmlns:a16="http://schemas.microsoft.com/office/drawing/2014/main" id="{7C6F35C0-2B98-2990-C924-DF38E524928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65556" y="1022495"/>
            <a:ext cx="8224519" cy="208800"/>
          </a:xfrm>
        </p:spPr>
        <p:txBody>
          <a:bodyPr/>
          <a:lstStyle/>
          <a:p>
            <a:r>
              <a:rPr lang="en-US" altLang="ko-KR" dirty="0"/>
              <a:t>https://www.ksd.or.kr/ko/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903355D-6B71-9E4C-8899-77146771A5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4778" y="4068367"/>
            <a:ext cx="3010320" cy="657317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B6673C6A-5C0E-6FA2-9C3D-5FC027DB8A61}"/>
              </a:ext>
            </a:extLst>
          </p:cNvPr>
          <p:cNvSpPr/>
          <p:nvPr/>
        </p:nvSpPr>
        <p:spPr>
          <a:xfrm>
            <a:off x="8128000" y="4213259"/>
            <a:ext cx="360218" cy="367532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49522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9C549D-88B6-CE4C-0732-CFACA9375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F3890696-C583-E53A-D353-66BB5011DC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3438" y="2385625"/>
            <a:ext cx="1815805" cy="396000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E9E87DEA-B669-21B6-5938-6E36E3FF6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진단 결과 및 개선 방안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EDE88B0D-50D4-E363-2FF0-2B6958A899CC}"/>
              </a:ext>
            </a:extLst>
          </p:cNvPr>
          <p:cNvGrpSpPr/>
          <p:nvPr/>
        </p:nvGrpSpPr>
        <p:grpSpPr>
          <a:xfrm>
            <a:off x="650569" y="5169652"/>
            <a:ext cx="4104000" cy="1098983"/>
            <a:chOff x="631825" y="4319397"/>
            <a:chExt cx="4104000" cy="1098983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09BD3BF-731C-E8E9-3D05-42D0503B9DFC}"/>
                </a:ext>
              </a:extLst>
            </p:cNvPr>
            <p:cNvSpPr txBox="1"/>
            <p:nvPr/>
          </p:nvSpPr>
          <p:spPr>
            <a:xfrm>
              <a:off x="632129" y="4319397"/>
              <a:ext cx="1584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개선 방안 </a:t>
              </a: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00F03866-8CF2-97EB-280D-89452D1293EF}"/>
                </a:ext>
              </a:extLst>
            </p:cNvPr>
            <p:cNvSpPr/>
            <p:nvPr/>
          </p:nvSpPr>
          <p:spPr>
            <a:xfrm>
              <a:off x="631825" y="4530600"/>
              <a:ext cx="4104000" cy="887780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&lt;div class="main-marquee-wrapper" 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aria-hidden="true"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 &lt;div class="marquee"&gt;&lt;span class="eng-128-m-130 marquee-content main-marquee-text"&gt;The Value Creator Leading the Financial Market with Trust and Innovation&lt;/span&gt;...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&lt;/div&gt;</a:t>
              </a:r>
              <a:endParaRPr lang="ko-KR" altLang="en-US" sz="8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6158EDC4-CC48-C157-ADA1-294B5E7F9073}"/>
              </a:ext>
            </a:extLst>
          </p:cNvPr>
          <p:cNvGrpSpPr/>
          <p:nvPr/>
        </p:nvGrpSpPr>
        <p:grpSpPr>
          <a:xfrm>
            <a:off x="631825" y="3857164"/>
            <a:ext cx="4104000" cy="1098983"/>
            <a:chOff x="631825" y="4319397"/>
            <a:chExt cx="4104000" cy="1098983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DFBD88A-6935-0C95-E7CE-5FE7A2F8FA10}"/>
                </a:ext>
              </a:extLst>
            </p:cNvPr>
            <p:cNvSpPr txBox="1"/>
            <p:nvPr/>
          </p:nvSpPr>
          <p:spPr>
            <a:xfrm>
              <a:off x="632129" y="4319397"/>
              <a:ext cx="1584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문제점</a:t>
              </a: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DA2D2C18-ECF7-6D36-0C54-60BB47D62CB4}"/>
                </a:ext>
              </a:extLst>
            </p:cNvPr>
            <p:cNvSpPr/>
            <p:nvPr/>
          </p:nvSpPr>
          <p:spPr>
            <a:xfrm>
              <a:off x="631825" y="4530600"/>
              <a:ext cx="4104000" cy="887780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b="1" dirty="0">
                  <a:solidFill>
                    <a:schemeClr val="accent5"/>
                  </a:solidFill>
                  <a:latin typeface="Consolas" panose="020B0609020204030204" pitchFamily="49" charset="0"/>
                </a:rPr>
                <a:t>&lt;div class="main-marquee-wrapper"&gt;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 &lt;div class="marquee"&gt;&lt;span class="eng-128-m-130 marquee-content main-marquee-text"&gt;The Value Creator Leading the Financial Market with Trust and Innovation&lt;/span&gt;...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&lt;/div&gt;</a:t>
              </a:r>
              <a:endParaRPr lang="ko-KR" altLang="en-US" sz="8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</p:grpSp>
      <p:sp>
        <p:nvSpPr>
          <p:cNvPr id="14" name="텍스트 개체 틀 2">
            <a:extLst>
              <a:ext uri="{FF2B5EF4-FFF2-40B4-BE49-F238E27FC236}">
                <a16:creationId xmlns:a16="http://schemas.microsoft.com/office/drawing/2014/main" id="{18AC95F6-DE4B-92A1-96FE-EC5F6D01082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65556" y="813199"/>
            <a:ext cx="8224519" cy="208800"/>
          </a:xfrm>
        </p:spPr>
        <p:txBody>
          <a:bodyPr/>
          <a:lstStyle/>
          <a:p>
            <a:r>
              <a:rPr lang="ko-KR" altLang="en-US" dirty="0"/>
              <a:t>메인</a:t>
            </a:r>
          </a:p>
        </p:txBody>
      </p:sp>
      <p:sp>
        <p:nvSpPr>
          <p:cNvPr id="15" name="텍스트 개체 틀 4">
            <a:extLst>
              <a:ext uri="{FF2B5EF4-FFF2-40B4-BE49-F238E27FC236}">
                <a16:creationId xmlns:a16="http://schemas.microsoft.com/office/drawing/2014/main" id="{D2A91339-C9CA-9EBE-303B-B0D0180113E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65556" y="1022495"/>
            <a:ext cx="8224519" cy="208800"/>
          </a:xfrm>
        </p:spPr>
        <p:txBody>
          <a:bodyPr/>
          <a:lstStyle/>
          <a:p>
            <a:r>
              <a:rPr lang="en-US" altLang="ko-KR" dirty="0"/>
              <a:t>https://www.ksd.or.kr/ko/</a:t>
            </a:r>
            <a:endParaRPr lang="ko-KR" altLang="en-US" dirty="0"/>
          </a:p>
        </p:txBody>
      </p:sp>
      <p:sp>
        <p:nvSpPr>
          <p:cNvPr id="20" name="텍스트 개체 틀 3">
            <a:extLst>
              <a:ext uri="{FF2B5EF4-FFF2-40B4-BE49-F238E27FC236}">
                <a16:creationId xmlns:a16="http://schemas.microsoft.com/office/drawing/2014/main" id="{B86D62A4-7527-7B41-752D-3833032034E6}"/>
              </a:ext>
            </a:extLst>
          </p:cNvPr>
          <p:cNvSpPr txBox="1">
            <a:spLocks/>
          </p:cNvSpPr>
          <p:nvPr/>
        </p:nvSpPr>
        <p:spPr>
          <a:xfrm>
            <a:off x="1265556" y="1434504"/>
            <a:ext cx="6613524" cy="338400"/>
          </a:xfrm>
          <a:prstGeom prst="rect">
            <a:avLst/>
          </a:prstGeom>
        </p:spPr>
        <p:txBody>
          <a:bodyPr lIns="90000" tIns="36000" rIns="90000" bIns="36000" anchor="ctr">
            <a:noAutofit/>
          </a:bodyPr>
          <a:lstStyle>
            <a:lvl1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 err="1"/>
              <a:t>불릿이나</a:t>
            </a:r>
            <a:r>
              <a:rPr lang="ko-KR" altLang="en-US" dirty="0"/>
              <a:t> </a:t>
            </a:r>
            <a:r>
              <a:rPr lang="ko-KR" altLang="en-US" dirty="0" err="1"/>
              <a:t>배경이미지</a:t>
            </a:r>
            <a:r>
              <a:rPr lang="ko-KR" altLang="en-US" dirty="0"/>
              <a:t> 등 의미 없는 이미지에 </a:t>
            </a:r>
            <a:r>
              <a:rPr lang="en-US" altLang="ko-KR" dirty="0"/>
              <a:t>alt </a:t>
            </a:r>
            <a:r>
              <a:rPr lang="ko-KR" altLang="en-US" dirty="0"/>
              <a:t>속성을 제공하지 않거나 공백이 아닌 불필요한 대체 텍스트를 제공한 경우</a:t>
            </a:r>
          </a:p>
        </p:txBody>
      </p:sp>
      <p:sp>
        <p:nvSpPr>
          <p:cNvPr id="21" name="텍스트 개체 틀 5">
            <a:extLst>
              <a:ext uri="{FF2B5EF4-FFF2-40B4-BE49-F238E27FC236}">
                <a16:creationId xmlns:a16="http://schemas.microsoft.com/office/drawing/2014/main" id="{9432EAD0-5AB3-61CE-8594-60969E40D0B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65556" y="1225704"/>
            <a:ext cx="8224519" cy="208800"/>
          </a:xfrm>
        </p:spPr>
        <p:txBody>
          <a:bodyPr/>
          <a:lstStyle/>
          <a:p>
            <a:r>
              <a:rPr lang="en-US" altLang="ko-KR" dirty="0"/>
              <a:t>1. (</a:t>
            </a:r>
            <a:r>
              <a:rPr lang="ko-KR" altLang="en-US" dirty="0"/>
              <a:t>적절한 대체 텍스트 제공</a:t>
            </a:r>
            <a:r>
              <a:rPr lang="en-US" altLang="ko-KR" dirty="0"/>
              <a:t>) </a:t>
            </a:r>
            <a:r>
              <a:rPr lang="ko-KR" altLang="en-US" dirty="0"/>
              <a:t>텍스트 아닌 콘텐츠는 그 의미나 용도를 인식할 수 있도록 대체 텍스트를 제공해야 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2" name="텍스트 개체 틀 6">
            <a:extLst>
              <a:ext uri="{FF2B5EF4-FFF2-40B4-BE49-F238E27FC236}">
                <a16:creationId xmlns:a16="http://schemas.microsoft.com/office/drawing/2014/main" id="{25C22D60-F66A-F99B-445B-F0E12A3F6E1B}"/>
              </a:ext>
            </a:extLst>
          </p:cNvPr>
          <p:cNvSpPr txBox="1">
            <a:spLocks/>
          </p:cNvSpPr>
          <p:nvPr/>
        </p:nvSpPr>
        <p:spPr>
          <a:xfrm>
            <a:off x="632129" y="2246825"/>
            <a:ext cx="4105275" cy="794074"/>
          </a:xfrm>
          <a:prstGeom prst="rect">
            <a:avLst/>
          </a:prstGeom>
          <a:noFill/>
        </p:spPr>
        <p:txBody>
          <a:bodyPr wrap="square" lIns="0" tIns="0" rIns="0" bIns="432000" rtlCol="0">
            <a:sp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lang="ko-KR" altLang="en-US" sz="1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ko-KR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ko-KR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ko-KR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ko-KR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장식 등 심미적 효과를 위한 텍스트에 </a:t>
            </a:r>
            <a:r>
              <a:rPr lang="en-US" altLang="ko-KR" dirty="0"/>
              <a:t>aria-hidden="true" </a:t>
            </a:r>
            <a:r>
              <a:rPr lang="ko-KR" altLang="en-US" dirty="0"/>
              <a:t>속성을 추가하여 스크린 리더에서 읽히지 않도록 개선해야 함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278CE041-4A6A-2E2A-6D5E-3A0504E66899}"/>
              </a:ext>
            </a:extLst>
          </p:cNvPr>
          <p:cNvSpPr/>
          <p:nvPr/>
        </p:nvSpPr>
        <p:spPr>
          <a:xfrm>
            <a:off x="6293438" y="4681295"/>
            <a:ext cx="1811875" cy="449998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99916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92E4C5-B3D3-929F-A823-2BE7A6473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그림 16">
            <a:extLst>
              <a:ext uri="{FF2B5EF4-FFF2-40B4-BE49-F238E27FC236}">
                <a16:creationId xmlns:a16="http://schemas.microsoft.com/office/drawing/2014/main" id="{1777AC9D-B4C7-36E3-7010-04E75921EC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1611" y="2385625"/>
            <a:ext cx="1819853" cy="396000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820E81C9-E5A5-A4CF-54AF-157831537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진단 결과 및 개선 방안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5B6EB82-DC99-B7DF-D3B8-20749AE1697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목적이나 용도를 알기 어려운 링크 텍스트를 제공한 경우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65E09A9D-A4A4-279F-62BB-0329B18B2ED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/>
              <a:t>19. (</a:t>
            </a:r>
            <a:r>
              <a:rPr lang="ko-KR" altLang="en-US" dirty="0"/>
              <a:t>적절한 링크 텍스트</a:t>
            </a:r>
            <a:r>
              <a:rPr lang="en-US" altLang="ko-KR" dirty="0"/>
              <a:t>) </a:t>
            </a:r>
            <a:r>
              <a:rPr lang="ko-KR" altLang="en-US" dirty="0"/>
              <a:t>링크 텍스트는 용도나 목적을 이해할 수 있도록 제공해야 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F3B8DF98-3D11-EB12-C947-2C9FA9C135E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1214702"/>
          </a:xfrm>
        </p:spPr>
        <p:txBody>
          <a:bodyPr/>
          <a:lstStyle/>
          <a:p>
            <a:r>
              <a:rPr lang="ko-KR" altLang="en-US" dirty="0"/>
              <a:t>사용자와의 상호작용에 따라 상태가 변경되는 컨트롤 요소의 상태 정보를 시각적으로만 구분함 </a:t>
            </a:r>
            <a:endParaRPr lang="en-US" altLang="ko-KR" dirty="0"/>
          </a:p>
          <a:p>
            <a:r>
              <a:rPr lang="ko-KR" altLang="en-US" dirty="0"/>
              <a:t>스크린 리더가 접근할 수 있는 형태로 요소의 상태에 관한 부가 설명을 제공해야 함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2D1FE75E-CDCA-577E-C3CA-D6E1727B7258}"/>
              </a:ext>
            </a:extLst>
          </p:cNvPr>
          <p:cNvGrpSpPr/>
          <p:nvPr/>
        </p:nvGrpSpPr>
        <p:grpSpPr>
          <a:xfrm>
            <a:off x="650569" y="5169652"/>
            <a:ext cx="4104000" cy="964587"/>
            <a:chOff x="631825" y="4319397"/>
            <a:chExt cx="4104000" cy="964587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5B67078-EB5A-8AE5-CB52-CB58CE828E53}"/>
                </a:ext>
              </a:extLst>
            </p:cNvPr>
            <p:cNvSpPr txBox="1"/>
            <p:nvPr/>
          </p:nvSpPr>
          <p:spPr>
            <a:xfrm>
              <a:off x="632129" y="4319397"/>
              <a:ext cx="1584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개선 방안 </a:t>
              </a: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C36473B7-DD1F-AAD6-EBF2-4B7699B7C151}"/>
                </a:ext>
              </a:extLst>
            </p:cNvPr>
            <p:cNvSpPr/>
            <p:nvPr/>
          </p:nvSpPr>
          <p:spPr>
            <a:xfrm>
              <a:off x="631825" y="4530600"/>
              <a:ext cx="4104000" cy="753384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&lt;button class="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ksd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-news-tab body-20-r-150 active body-20-b-150" 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title="</a:t>
              </a:r>
              <a:r>
                <a:rPr lang="ko-KR" altLang="en-US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선택됨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"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&gt;</a:t>
              </a:r>
              <a:r>
                <a:rPr lang="ko-KR" altLang="en-US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공지사항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&lt;/button&gt;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&lt;button class="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ksd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-news-tab body-20-r-150 "&gt;</a:t>
              </a:r>
              <a:r>
                <a:rPr lang="ko-KR" altLang="en-US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보도자료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&lt;/button&gt;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&lt;button class="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ksd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-news-tab body-20-r-150 "&gt;</a:t>
              </a:r>
              <a:r>
                <a:rPr lang="ko-KR" altLang="en-US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입찰공고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&lt;/button&gt;</a:t>
              </a:r>
              <a:endParaRPr lang="ko-KR" altLang="en-US" sz="8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EB35B201-B6A3-A2DE-E254-2B6C42D35203}"/>
              </a:ext>
            </a:extLst>
          </p:cNvPr>
          <p:cNvGrpSpPr/>
          <p:nvPr/>
        </p:nvGrpSpPr>
        <p:grpSpPr>
          <a:xfrm>
            <a:off x="631825" y="3857164"/>
            <a:ext cx="4104000" cy="964587"/>
            <a:chOff x="631825" y="4319397"/>
            <a:chExt cx="4104000" cy="964587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7D0BF4B-2888-70F3-548B-A2E607392A4D}"/>
                </a:ext>
              </a:extLst>
            </p:cNvPr>
            <p:cNvSpPr txBox="1"/>
            <p:nvPr/>
          </p:nvSpPr>
          <p:spPr>
            <a:xfrm>
              <a:off x="632129" y="4319397"/>
              <a:ext cx="1584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문제점</a:t>
              </a: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2E50354-0B10-237C-F3B3-6076FE2A7EFA}"/>
                </a:ext>
              </a:extLst>
            </p:cNvPr>
            <p:cNvSpPr/>
            <p:nvPr/>
          </p:nvSpPr>
          <p:spPr>
            <a:xfrm>
              <a:off x="631825" y="4530600"/>
              <a:ext cx="4104000" cy="753384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b="1" dirty="0">
                  <a:solidFill>
                    <a:schemeClr val="accent5"/>
                  </a:solidFill>
                  <a:latin typeface="Consolas" panose="020B0609020204030204" pitchFamily="49" charset="0"/>
                </a:rPr>
                <a:t>&lt;button class="</a:t>
              </a:r>
              <a:r>
                <a:rPr lang="en-US" altLang="ko-KR" sz="800" b="1" dirty="0" err="1">
                  <a:solidFill>
                    <a:schemeClr val="accent5"/>
                  </a:solidFill>
                  <a:latin typeface="Consolas" panose="020B0609020204030204" pitchFamily="49" charset="0"/>
                </a:rPr>
                <a:t>ksd</a:t>
              </a:r>
              <a:r>
                <a:rPr lang="en-US" altLang="ko-KR" sz="800" b="1" dirty="0">
                  <a:solidFill>
                    <a:schemeClr val="accent5"/>
                  </a:solidFill>
                  <a:latin typeface="Consolas" panose="020B0609020204030204" pitchFamily="49" charset="0"/>
                </a:rPr>
                <a:t>-news-tab body-20-r-150 active body-20-b-150"&gt;</a:t>
              </a:r>
              <a:r>
                <a:rPr lang="ko-KR" altLang="en-US" sz="800" b="1" dirty="0">
                  <a:solidFill>
                    <a:schemeClr val="accent5"/>
                  </a:solidFill>
                  <a:latin typeface="Consolas" panose="020B0609020204030204" pitchFamily="49" charset="0"/>
                </a:rPr>
                <a:t>공지사항</a:t>
              </a:r>
              <a:r>
                <a:rPr lang="en-US" altLang="ko-KR" sz="800" b="1" dirty="0">
                  <a:solidFill>
                    <a:schemeClr val="accent5"/>
                  </a:solidFill>
                  <a:latin typeface="Consolas" panose="020B0609020204030204" pitchFamily="49" charset="0"/>
                </a:rPr>
                <a:t>&lt;/button&gt;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&lt;button class="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ksd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-news-tab body-20-r-150 "&gt;</a:t>
              </a:r>
              <a:r>
                <a:rPr lang="ko-KR" altLang="en-US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보도자료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&lt;/button&gt;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&lt;button class="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ksd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-news-tab body-20-r-150 "&gt;</a:t>
              </a:r>
              <a:r>
                <a:rPr lang="ko-KR" altLang="en-US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입찰공고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&lt;/button&gt;</a:t>
              </a:r>
              <a:endParaRPr lang="ko-KR" altLang="en-US" sz="8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</p:grpSp>
      <p:sp>
        <p:nvSpPr>
          <p:cNvPr id="14" name="텍스트 개체 틀 2">
            <a:extLst>
              <a:ext uri="{FF2B5EF4-FFF2-40B4-BE49-F238E27FC236}">
                <a16:creationId xmlns:a16="http://schemas.microsoft.com/office/drawing/2014/main" id="{6F1715EC-D14C-5ED7-90DF-8FF07C01335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65556" y="813199"/>
            <a:ext cx="8224519" cy="208800"/>
          </a:xfrm>
        </p:spPr>
        <p:txBody>
          <a:bodyPr/>
          <a:lstStyle/>
          <a:p>
            <a:r>
              <a:rPr lang="ko-KR" altLang="en-US" dirty="0"/>
              <a:t>메인</a:t>
            </a:r>
          </a:p>
        </p:txBody>
      </p:sp>
      <p:sp>
        <p:nvSpPr>
          <p:cNvPr id="15" name="텍스트 개체 틀 4">
            <a:extLst>
              <a:ext uri="{FF2B5EF4-FFF2-40B4-BE49-F238E27FC236}">
                <a16:creationId xmlns:a16="http://schemas.microsoft.com/office/drawing/2014/main" id="{F089806B-F230-9B4F-F6A0-AE72FD33199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65556" y="1022495"/>
            <a:ext cx="8224519" cy="208800"/>
          </a:xfrm>
        </p:spPr>
        <p:txBody>
          <a:bodyPr/>
          <a:lstStyle/>
          <a:p>
            <a:r>
              <a:rPr lang="en-US" altLang="ko-KR" dirty="0"/>
              <a:t>https://www.ksd.or.kr/ko/</a:t>
            </a:r>
            <a:endParaRPr lang="ko-KR" altLang="en-US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E4E51FA-D5C6-5EC0-D8FB-DE164ACBE0B3}"/>
              </a:ext>
            </a:extLst>
          </p:cNvPr>
          <p:cNvSpPr/>
          <p:nvPr/>
        </p:nvSpPr>
        <p:spPr>
          <a:xfrm>
            <a:off x="6520873" y="3429000"/>
            <a:ext cx="1320800" cy="376382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44888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E234E7-2BCF-9727-D675-712FA4606A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4087E3-0716-C327-AB65-5C7A2D326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진단 결과 및 개선 방안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D25872E-5608-C2E0-F58B-7781D95CC54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일반 텍스트의 경우 텍스트의 크기가 </a:t>
            </a:r>
            <a:r>
              <a:rPr lang="en-US" altLang="ko-KR" dirty="0"/>
              <a:t>18pt </a:t>
            </a:r>
            <a:r>
              <a:rPr lang="ko-KR" altLang="en-US" dirty="0"/>
              <a:t>이상</a:t>
            </a:r>
            <a:r>
              <a:rPr lang="en-US" altLang="ko-KR" dirty="0"/>
              <a:t>, </a:t>
            </a:r>
            <a:r>
              <a:rPr lang="ko-KR" altLang="en-US" dirty="0"/>
              <a:t>또는 굵은 </a:t>
            </a:r>
            <a:r>
              <a:rPr lang="en-US" altLang="ko-KR" dirty="0"/>
              <a:t>14pt </a:t>
            </a:r>
            <a:r>
              <a:rPr lang="ko-KR" altLang="en-US" dirty="0"/>
              <a:t>이상의 텍스트가 </a:t>
            </a:r>
            <a:r>
              <a:rPr lang="en-US" altLang="ko-KR" dirty="0"/>
              <a:t>3:1</a:t>
            </a:r>
            <a:r>
              <a:rPr lang="ko-KR" altLang="en-US" dirty="0"/>
              <a:t>을 만족하지 않은 경우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824ECA62-3CED-CE57-AB12-A525FAC993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/>
              <a:t>8. (</a:t>
            </a:r>
            <a:r>
              <a:rPr lang="ko-KR" altLang="en-US" dirty="0"/>
              <a:t>텍스트 콘텐츠의 명도 대비</a:t>
            </a:r>
            <a:r>
              <a:rPr lang="en-US" altLang="ko-KR" dirty="0"/>
              <a:t>) </a:t>
            </a:r>
            <a:r>
              <a:rPr lang="ko-KR" altLang="en-US" dirty="0"/>
              <a:t>텍스트 콘텐츠와 배경 간의 명도 대비는 </a:t>
            </a:r>
            <a:r>
              <a:rPr lang="en-US" altLang="ko-KR" dirty="0"/>
              <a:t>4.5 </a:t>
            </a:r>
            <a:r>
              <a:rPr lang="ko-KR" altLang="en-US" dirty="0"/>
              <a:t>대 </a:t>
            </a:r>
            <a:r>
              <a:rPr lang="en-US" altLang="ko-KR" dirty="0"/>
              <a:t>1 </a:t>
            </a:r>
            <a:r>
              <a:rPr lang="ko-KR" altLang="en-US" dirty="0"/>
              <a:t>이상이어야 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86BD895-32D2-45DB-5382-2B8A5F6CAE5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1030036"/>
          </a:xfrm>
        </p:spPr>
        <p:txBody>
          <a:bodyPr/>
          <a:lstStyle/>
          <a:p>
            <a:r>
              <a:rPr lang="ko-KR" altLang="en-US" dirty="0"/>
              <a:t>텍스트</a:t>
            </a:r>
            <a:r>
              <a:rPr lang="en-US" altLang="ko-KR" dirty="0"/>
              <a:t>(#999999)</a:t>
            </a:r>
            <a:r>
              <a:rPr lang="ko-KR" altLang="en-US" dirty="0"/>
              <a:t>와 배경</a:t>
            </a:r>
            <a:r>
              <a:rPr lang="en-US" altLang="ko-KR" dirty="0"/>
              <a:t>(#F5F5F5) </a:t>
            </a:r>
            <a:r>
              <a:rPr lang="ko-KR" altLang="en-US" dirty="0"/>
              <a:t>간 명도대비가 </a:t>
            </a:r>
            <a:r>
              <a:rPr lang="en-US" altLang="ko-KR" dirty="0"/>
              <a:t>2.6:1</a:t>
            </a:r>
            <a:r>
              <a:rPr lang="ko-KR" altLang="en-US" dirty="0"/>
              <a:t>로 최소 명도대비 기준을 충족하지 않음</a:t>
            </a:r>
            <a:endParaRPr lang="en-US" altLang="ko-KR" dirty="0"/>
          </a:p>
          <a:p>
            <a:r>
              <a:rPr lang="ko-KR" altLang="en-US" dirty="0"/>
              <a:t>명도대비 기준을 충족하도록 텍스트 색상을 변경해야 함</a:t>
            </a:r>
          </a:p>
        </p:txBody>
      </p:sp>
      <p:sp>
        <p:nvSpPr>
          <p:cNvPr id="14" name="텍스트 개체 틀 2">
            <a:extLst>
              <a:ext uri="{FF2B5EF4-FFF2-40B4-BE49-F238E27FC236}">
                <a16:creationId xmlns:a16="http://schemas.microsoft.com/office/drawing/2014/main" id="{AF086567-1B67-C83B-FC19-5F8B074011D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65556" y="813199"/>
            <a:ext cx="8224519" cy="208800"/>
          </a:xfrm>
        </p:spPr>
        <p:txBody>
          <a:bodyPr/>
          <a:lstStyle/>
          <a:p>
            <a:r>
              <a:rPr lang="ko-KR" altLang="en-US" dirty="0"/>
              <a:t>메인</a:t>
            </a:r>
          </a:p>
        </p:txBody>
      </p:sp>
      <p:sp>
        <p:nvSpPr>
          <p:cNvPr id="15" name="텍스트 개체 틀 4">
            <a:extLst>
              <a:ext uri="{FF2B5EF4-FFF2-40B4-BE49-F238E27FC236}">
                <a16:creationId xmlns:a16="http://schemas.microsoft.com/office/drawing/2014/main" id="{BE0957C3-1BBD-E8A0-533F-B6186E01DE1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65556" y="1022495"/>
            <a:ext cx="8224519" cy="208800"/>
          </a:xfrm>
        </p:spPr>
        <p:txBody>
          <a:bodyPr/>
          <a:lstStyle/>
          <a:p>
            <a:r>
              <a:rPr lang="en-US" altLang="ko-KR" dirty="0"/>
              <a:t>https://www.ksd.or.kr/ko/</a:t>
            </a:r>
            <a:endParaRPr lang="ko-KR" altLang="en-US" dirty="0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F0EA46AA-2121-21B5-2B22-D8B0BBEF0038}"/>
              </a:ext>
            </a:extLst>
          </p:cNvPr>
          <p:cNvGrpSpPr/>
          <p:nvPr/>
        </p:nvGrpSpPr>
        <p:grpSpPr>
          <a:xfrm>
            <a:off x="6311611" y="2385625"/>
            <a:ext cx="1819853" cy="3960000"/>
            <a:chOff x="6311611" y="2385625"/>
            <a:chExt cx="1819853" cy="3960000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EBCED1F9-A819-23DD-11A7-18219085BD0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311611" y="2385625"/>
              <a:ext cx="1819853" cy="3960000"/>
            </a:xfrm>
            <a:prstGeom prst="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</p:pic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79ADF054-841B-595B-52F5-2CDDB9B0387C}"/>
                </a:ext>
              </a:extLst>
            </p:cNvPr>
            <p:cNvSpPr/>
            <p:nvPr/>
          </p:nvSpPr>
          <p:spPr>
            <a:xfrm>
              <a:off x="6382327" y="4202545"/>
              <a:ext cx="452582" cy="175490"/>
            </a:xfrm>
            <a:prstGeom prst="rect">
              <a:avLst/>
            </a:prstGeom>
            <a:noFill/>
            <a:ln w="2540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noAutofit/>
            </a:bodyPr>
            <a:lstStyle/>
            <a:p>
              <a:pPr algn="l" defTabSz="144000">
                <a:lnSpc>
                  <a:spcPct val="110000"/>
                </a:lnSpc>
              </a:pPr>
              <a:endParaRPr lang="ko-KR" altLang="en-US" sz="80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5852C5C7-055F-53BC-49B3-279D51BF8C52}"/>
                </a:ext>
              </a:extLst>
            </p:cNvPr>
            <p:cNvSpPr/>
            <p:nvPr/>
          </p:nvSpPr>
          <p:spPr>
            <a:xfrm>
              <a:off x="6377709" y="4844472"/>
              <a:ext cx="452582" cy="175490"/>
            </a:xfrm>
            <a:prstGeom prst="rect">
              <a:avLst/>
            </a:prstGeom>
            <a:noFill/>
            <a:ln w="2540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noAutofit/>
            </a:bodyPr>
            <a:lstStyle/>
            <a:p>
              <a:pPr algn="l" defTabSz="144000">
                <a:lnSpc>
                  <a:spcPct val="110000"/>
                </a:lnSpc>
              </a:pPr>
              <a:endParaRPr lang="ko-KR" altLang="en-US" sz="80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D9EFEBAE-27FF-163E-C7ED-4A1546F8B23C}"/>
                </a:ext>
              </a:extLst>
            </p:cNvPr>
            <p:cNvSpPr/>
            <p:nvPr/>
          </p:nvSpPr>
          <p:spPr>
            <a:xfrm>
              <a:off x="6377709" y="5489519"/>
              <a:ext cx="452582" cy="175490"/>
            </a:xfrm>
            <a:prstGeom prst="rect">
              <a:avLst/>
            </a:prstGeom>
            <a:noFill/>
            <a:ln w="2540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noAutofit/>
            </a:bodyPr>
            <a:lstStyle/>
            <a:p>
              <a:pPr algn="l" defTabSz="144000">
                <a:lnSpc>
                  <a:spcPct val="110000"/>
                </a:lnSpc>
              </a:pPr>
              <a:endParaRPr lang="ko-KR" altLang="en-US" sz="80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B874A99F-8917-118F-F632-393D8DA54A10}"/>
                </a:ext>
              </a:extLst>
            </p:cNvPr>
            <p:cNvSpPr/>
            <p:nvPr/>
          </p:nvSpPr>
          <p:spPr>
            <a:xfrm>
              <a:off x="6377709" y="6116446"/>
              <a:ext cx="452582" cy="175490"/>
            </a:xfrm>
            <a:prstGeom prst="rect">
              <a:avLst/>
            </a:prstGeom>
            <a:noFill/>
            <a:ln w="2540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noAutofit/>
            </a:bodyPr>
            <a:lstStyle/>
            <a:p>
              <a:pPr algn="l" defTabSz="144000">
                <a:lnSpc>
                  <a:spcPct val="110000"/>
                </a:lnSpc>
              </a:pPr>
              <a:endParaRPr lang="ko-KR" altLang="en-US" sz="80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800979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99A802-1BF4-59D9-3BC1-BD46B7900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25E143-1037-5801-F056-81A2E6B85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진단 결과 및 개선 방안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83082D9-740D-6A76-EE87-508D99FDF17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&lt;</a:t>
            </a:r>
            <a:r>
              <a:rPr lang="en-US" altLang="ko-KR" dirty="0" err="1"/>
              <a:t>img</a:t>
            </a:r>
            <a:r>
              <a:rPr lang="en-US" altLang="ko-KR" dirty="0"/>
              <a:t>&gt;,&lt;input type="image"&gt; </a:t>
            </a:r>
            <a:r>
              <a:rPr lang="ko-KR" altLang="en-US" dirty="0"/>
              <a:t>등 이미지 요소에 대해 </a:t>
            </a:r>
            <a:r>
              <a:rPr lang="en-US" altLang="ko-KR" dirty="0"/>
              <a:t>alt </a:t>
            </a:r>
            <a:r>
              <a:rPr lang="ko-KR" altLang="en-US" dirty="0"/>
              <a:t>속성을 제공하지 않거나 </a:t>
            </a:r>
            <a:r>
              <a:rPr lang="en-US" altLang="ko-KR" dirty="0"/>
              <a:t>alt</a:t>
            </a:r>
            <a:r>
              <a:rPr lang="ko-KR" altLang="en-US" dirty="0"/>
              <a:t>속성은 선언되었으나 그 내용이 </a:t>
            </a:r>
            <a:r>
              <a:rPr lang="en-US" altLang="ko-KR" dirty="0" err="1"/>
              <a:t>img</a:t>
            </a:r>
            <a:r>
              <a:rPr lang="ko-KR" altLang="en-US" dirty="0"/>
              <a:t>의 내용을 대체할 수 없는 경우 그리고 오타로 표기되어 의미가 변경된 경우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0174CC1A-215A-3E6F-32B5-1C7BABD03A2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/>
              <a:t>1. (</a:t>
            </a:r>
            <a:r>
              <a:rPr lang="ko-KR" altLang="en-US" dirty="0"/>
              <a:t>적절한 대체 텍스트 제공</a:t>
            </a:r>
            <a:r>
              <a:rPr lang="en-US" altLang="ko-KR" dirty="0"/>
              <a:t>) </a:t>
            </a:r>
            <a:r>
              <a:rPr lang="ko-KR" altLang="en-US" dirty="0"/>
              <a:t>텍스트 아닌 콘텐츠는 그 의미나 용도를 인식할 수 있도록 대체 텍스트를 제공해야 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FE3FBC11-8795-7D4A-0793-760D1658C4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609408"/>
          </a:xfrm>
        </p:spPr>
        <p:txBody>
          <a:bodyPr/>
          <a:lstStyle/>
          <a:p>
            <a:r>
              <a:rPr lang="ko-KR" altLang="en-US" dirty="0"/>
              <a:t>이미지에 포함된 텍스트를 생략하지 않고 동일하게 제공해야 함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EEE2C86B-6860-DF75-2AE0-17E8158D3803}"/>
              </a:ext>
            </a:extLst>
          </p:cNvPr>
          <p:cNvGrpSpPr/>
          <p:nvPr/>
        </p:nvGrpSpPr>
        <p:grpSpPr>
          <a:xfrm>
            <a:off x="650569" y="5169652"/>
            <a:ext cx="4104000" cy="693744"/>
            <a:chOff x="631825" y="4319397"/>
            <a:chExt cx="4104000" cy="693744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011E002-12AD-E311-73D4-8EAC8E0E6050}"/>
                </a:ext>
              </a:extLst>
            </p:cNvPr>
            <p:cNvSpPr txBox="1"/>
            <p:nvPr/>
          </p:nvSpPr>
          <p:spPr>
            <a:xfrm>
              <a:off x="632129" y="4319397"/>
              <a:ext cx="1584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개선 방안 </a:t>
              </a: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D3810CF2-5174-4906-EF80-F663EDC7BA54}"/>
                </a:ext>
              </a:extLst>
            </p:cNvPr>
            <p:cNvSpPr/>
            <p:nvPr/>
          </p:nvSpPr>
          <p:spPr>
            <a:xfrm>
              <a:off x="631825" y="4530600"/>
              <a:ext cx="4104000" cy="482541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img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class="family-site-card-logo" 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src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="/ko/images/main/logo-card-k-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evote.svg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" 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alt="K-</a:t>
              </a:r>
              <a:r>
                <a:rPr lang="en-US" altLang="ko-KR" sz="800" b="1" dirty="0" err="1">
                  <a:solidFill>
                    <a:schemeClr val="accent1"/>
                  </a:solidFill>
                  <a:latin typeface="Consolas" panose="020B0609020204030204" pitchFamily="49" charset="0"/>
                </a:rPr>
                <a:t>evote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"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&gt;</a:t>
              </a:r>
              <a:endParaRPr lang="ko-KR" altLang="en-US" sz="8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836765C8-C62D-300B-7115-C89C338C574E}"/>
              </a:ext>
            </a:extLst>
          </p:cNvPr>
          <p:cNvGrpSpPr/>
          <p:nvPr/>
        </p:nvGrpSpPr>
        <p:grpSpPr>
          <a:xfrm>
            <a:off x="631825" y="3857164"/>
            <a:ext cx="4104000" cy="693744"/>
            <a:chOff x="631825" y="4319397"/>
            <a:chExt cx="4104000" cy="693744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5E14B75-5906-74B8-DB0D-D47089E4703B}"/>
                </a:ext>
              </a:extLst>
            </p:cNvPr>
            <p:cNvSpPr txBox="1"/>
            <p:nvPr/>
          </p:nvSpPr>
          <p:spPr>
            <a:xfrm>
              <a:off x="632129" y="4319397"/>
              <a:ext cx="1584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문제점</a:t>
              </a: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1540AE8B-F198-DA84-30D0-E9CBEFF5C2CA}"/>
                </a:ext>
              </a:extLst>
            </p:cNvPr>
            <p:cNvSpPr/>
            <p:nvPr/>
          </p:nvSpPr>
          <p:spPr>
            <a:xfrm>
              <a:off x="631825" y="4530600"/>
              <a:ext cx="4104000" cy="482541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img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class="family-site-card-logo" 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src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="/ko/images/main/logo-card-k-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evote.svg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" </a:t>
              </a:r>
              <a:r>
                <a:rPr lang="en-US" altLang="ko-KR" sz="800" b="1" dirty="0">
                  <a:solidFill>
                    <a:schemeClr val="accent5"/>
                  </a:solidFill>
                  <a:latin typeface="Consolas" panose="020B0609020204030204" pitchFamily="49" charset="0"/>
                </a:rPr>
                <a:t>alt="</a:t>
              </a:r>
              <a:r>
                <a:rPr lang="ko-KR" altLang="en-US" sz="800" b="1" dirty="0">
                  <a:solidFill>
                    <a:schemeClr val="accent5"/>
                  </a:solidFill>
                  <a:latin typeface="Consolas" panose="020B0609020204030204" pitchFamily="49" charset="0"/>
                </a:rPr>
                <a:t>로고</a:t>
              </a:r>
              <a:r>
                <a:rPr lang="en-US" altLang="ko-KR" sz="800" b="1" dirty="0">
                  <a:solidFill>
                    <a:schemeClr val="accent5"/>
                  </a:solidFill>
                  <a:latin typeface="Consolas" panose="020B0609020204030204" pitchFamily="49" charset="0"/>
                </a:rPr>
                <a:t>"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&gt;</a:t>
              </a:r>
              <a:endParaRPr lang="ko-KR" altLang="en-US" sz="8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</p:grpSp>
      <p:sp>
        <p:nvSpPr>
          <p:cNvPr id="14" name="텍스트 개체 틀 2">
            <a:extLst>
              <a:ext uri="{FF2B5EF4-FFF2-40B4-BE49-F238E27FC236}">
                <a16:creationId xmlns:a16="http://schemas.microsoft.com/office/drawing/2014/main" id="{01F85A5D-4C4C-9C22-0162-5E0512962FC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65556" y="813199"/>
            <a:ext cx="8224519" cy="208800"/>
          </a:xfrm>
        </p:spPr>
        <p:txBody>
          <a:bodyPr/>
          <a:lstStyle/>
          <a:p>
            <a:r>
              <a:rPr lang="ko-KR" altLang="en-US" dirty="0"/>
              <a:t>메인</a:t>
            </a:r>
          </a:p>
        </p:txBody>
      </p:sp>
      <p:sp>
        <p:nvSpPr>
          <p:cNvPr id="15" name="텍스트 개체 틀 4">
            <a:extLst>
              <a:ext uri="{FF2B5EF4-FFF2-40B4-BE49-F238E27FC236}">
                <a16:creationId xmlns:a16="http://schemas.microsoft.com/office/drawing/2014/main" id="{F990A63D-CF0C-1830-8264-6EFF6386DE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65556" y="1022495"/>
            <a:ext cx="8224519" cy="208800"/>
          </a:xfrm>
        </p:spPr>
        <p:txBody>
          <a:bodyPr/>
          <a:lstStyle/>
          <a:p>
            <a:r>
              <a:rPr lang="en-US" altLang="ko-KR" dirty="0"/>
              <a:t>https://www.ksd.or.kr/ko/</a:t>
            </a:r>
            <a:endParaRPr lang="ko-KR" altLang="en-US" dirty="0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4D170123-13C6-6D0C-4EA1-841D68494B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4038" y="2385625"/>
            <a:ext cx="1815000" cy="396000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1" name="직사각형 20">
            <a:extLst>
              <a:ext uri="{FF2B5EF4-FFF2-40B4-BE49-F238E27FC236}">
                <a16:creationId xmlns:a16="http://schemas.microsoft.com/office/drawing/2014/main" id="{580AC266-F927-4478-DD14-B9BD17A13086}"/>
              </a:ext>
            </a:extLst>
          </p:cNvPr>
          <p:cNvSpPr/>
          <p:nvPr/>
        </p:nvSpPr>
        <p:spPr>
          <a:xfrm>
            <a:off x="6560598" y="3764132"/>
            <a:ext cx="435006" cy="304235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32183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C2C05-83DB-2FB8-96BE-AD9DFB9EB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0F00F1-CFD7-595D-843D-790FA75C4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진단 결과 및 개선 방안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9337F83-2F7C-C420-7810-B4A047862CE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&lt;</a:t>
            </a:r>
            <a:r>
              <a:rPr lang="en-US" altLang="ko-KR" dirty="0" err="1"/>
              <a:t>img</a:t>
            </a:r>
            <a:r>
              <a:rPr lang="en-US" altLang="ko-KR" dirty="0"/>
              <a:t>&gt;,&lt;input type="image"&gt; </a:t>
            </a:r>
            <a:r>
              <a:rPr lang="ko-KR" altLang="en-US" dirty="0"/>
              <a:t>등 이미지 요소에 대해 </a:t>
            </a:r>
            <a:r>
              <a:rPr lang="en-US" altLang="ko-KR" dirty="0"/>
              <a:t>alt </a:t>
            </a:r>
            <a:r>
              <a:rPr lang="ko-KR" altLang="en-US" dirty="0"/>
              <a:t>속성을 제공하지 않거나 </a:t>
            </a:r>
            <a:r>
              <a:rPr lang="en-US" altLang="ko-KR" dirty="0"/>
              <a:t>alt</a:t>
            </a:r>
            <a:r>
              <a:rPr lang="ko-KR" altLang="en-US" dirty="0"/>
              <a:t>속성은 선언되었으나 그 내용이 </a:t>
            </a:r>
            <a:r>
              <a:rPr lang="en-US" altLang="ko-KR" dirty="0" err="1"/>
              <a:t>img</a:t>
            </a:r>
            <a:r>
              <a:rPr lang="ko-KR" altLang="en-US" dirty="0"/>
              <a:t>의 내용을 대체할 수 없는 경우 그리고 오타로 표기되어 의미가 변경된 경우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1729B32-36D6-E243-9C02-40F87125573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/>
              <a:t>1. (</a:t>
            </a:r>
            <a:r>
              <a:rPr lang="ko-KR" altLang="en-US" dirty="0"/>
              <a:t>적절한 대체 텍스트 제공</a:t>
            </a:r>
            <a:r>
              <a:rPr lang="en-US" altLang="ko-KR" dirty="0"/>
              <a:t>) </a:t>
            </a:r>
            <a:r>
              <a:rPr lang="ko-KR" altLang="en-US" dirty="0"/>
              <a:t>텍스트 아닌 콘텐츠는 그 의미나 용도를 인식할 수 있도록 대체 텍스트를 제공해야 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FCB821C5-B185-4735-7096-383A9470989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609408"/>
          </a:xfrm>
        </p:spPr>
        <p:txBody>
          <a:bodyPr/>
          <a:lstStyle/>
          <a:p>
            <a:r>
              <a:rPr lang="ko-KR" altLang="en-US" dirty="0"/>
              <a:t>이미지에 포함된 텍스트를 생략하지 않고 동일하게 제공해야 함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2251A37B-963B-2154-7814-BE1F5B40D5CF}"/>
              </a:ext>
            </a:extLst>
          </p:cNvPr>
          <p:cNvGrpSpPr/>
          <p:nvPr/>
        </p:nvGrpSpPr>
        <p:grpSpPr>
          <a:xfrm>
            <a:off x="650873" y="5489146"/>
            <a:ext cx="4104000" cy="692718"/>
            <a:chOff x="631825" y="4319397"/>
            <a:chExt cx="4104000" cy="692718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A4FFA47-FF4C-96E7-3B1C-EB665117C89A}"/>
                </a:ext>
              </a:extLst>
            </p:cNvPr>
            <p:cNvSpPr txBox="1"/>
            <p:nvPr/>
          </p:nvSpPr>
          <p:spPr>
            <a:xfrm>
              <a:off x="632129" y="4319397"/>
              <a:ext cx="1584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개선 방안 </a:t>
              </a: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53B7616-20E6-87D4-7F3A-4AD742558C2F}"/>
                </a:ext>
              </a:extLst>
            </p:cNvPr>
            <p:cNvSpPr/>
            <p:nvPr/>
          </p:nvSpPr>
          <p:spPr>
            <a:xfrm>
              <a:off x="631825" y="4530600"/>
              <a:ext cx="4104000" cy="481515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img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src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="/ko/images/main/logo-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ksd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-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sb.svg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" alt="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KSD</a:t>
              </a:r>
              <a:r>
                <a:rPr lang="ko-KR" altLang="en-US" sz="800" b="1" dirty="0" err="1">
                  <a:solidFill>
                    <a:schemeClr val="accent1"/>
                  </a:solidFill>
                  <a:latin typeface="Consolas" panose="020B0609020204030204" pitchFamily="49" charset="0"/>
                </a:rPr>
                <a:t>개인투자용국채</a:t>
              </a:r>
              <a:r>
                <a:rPr lang="ko-KR" altLang="en-US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Korea </a:t>
              </a:r>
              <a:r>
                <a:rPr lang="en-US" altLang="ko-KR" sz="800" b="1" dirty="0" err="1">
                  <a:solidFill>
                    <a:schemeClr val="accent1"/>
                  </a:solidFill>
                  <a:latin typeface="Consolas" panose="020B0609020204030204" pitchFamily="49" charset="0"/>
                </a:rPr>
                <a:t>Sacving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 Bonds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"&gt;</a:t>
              </a:r>
              <a:endParaRPr lang="ko-KR" altLang="en-US" sz="8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E9942179-4FD9-64F6-4933-925AD41B462D}"/>
              </a:ext>
            </a:extLst>
          </p:cNvPr>
          <p:cNvGrpSpPr/>
          <p:nvPr/>
        </p:nvGrpSpPr>
        <p:grpSpPr>
          <a:xfrm>
            <a:off x="632129" y="4176658"/>
            <a:ext cx="4104000" cy="558322"/>
            <a:chOff x="631825" y="4319397"/>
            <a:chExt cx="4104000" cy="558322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5BAAA55-26E4-A7AF-25F5-36C4F2DFEBAB}"/>
                </a:ext>
              </a:extLst>
            </p:cNvPr>
            <p:cNvSpPr txBox="1"/>
            <p:nvPr/>
          </p:nvSpPr>
          <p:spPr>
            <a:xfrm>
              <a:off x="632129" y="4319397"/>
              <a:ext cx="1584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문제점</a:t>
              </a: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39C4C61C-4A86-886F-54FF-7E337374E669}"/>
                </a:ext>
              </a:extLst>
            </p:cNvPr>
            <p:cNvSpPr/>
            <p:nvPr/>
          </p:nvSpPr>
          <p:spPr>
            <a:xfrm>
              <a:off x="631825" y="4530600"/>
              <a:ext cx="4104000" cy="347119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img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src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="/ko/images/main/logo-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ksd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-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sb.svg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" </a:t>
              </a:r>
              <a:r>
                <a:rPr lang="en-US" altLang="ko-KR" sz="800" b="1" dirty="0">
                  <a:solidFill>
                    <a:schemeClr val="accent5"/>
                  </a:solidFill>
                  <a:latin typeface="Consolas" panose="020B0609020204030204" pitchFamily="49" charset="0"/>
                </a:rPr>
                <a:t>alt="KSD </a:t>
              </a:r>
              <a:r>
                <a:rPr lang="ko-KR" altLang="en-US" sz="800" b="1" dirty="0" err="1">
                  <a:solidFill>
                    <a:schemeClr val="accent5"/>
                  </a:solidFill>
                  <a:latin typeface="Consolas" panose="020B0609020204030204" pitchFamily="49" charset="0"/>
                </a:rPr>
                <a:t>개인투자용국채</a:t>
              </a:r>
              <a:r>
                <a:rPr lang="en-US" altLang="ko-KR" sz="800" b="1" dirty="0">
                  <a:solidFill>
                    <a:schemeClr val="accent5"/>
                  </a:solidFill>
                  <a:latin typeface="Consolas" panose="020B0609020204030204" pitchFamily="49" charset="0"/>
                </a:rPr>
                <a:t>"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&gt;</a:t>
              </a:r>
              <a:endParaRPr lang="ko-KR" altLang="en-US" sz="8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</p:grpSp>
      <p:sp>
        <p:nvSpPr>
          <p:cNvPr id="14" name="텍스트 개체 틀 2">
            <a:extLst>
              <a:ext uri="{FF2B5EF4-FFF2-40B4-BE49-F238E27FC236}">
                <a16:creationId xmlns:a16="http://schemas.microsoft.com/office/drawing/2014/main" id="{51578638-12A4-298A-5CB0-3C253667409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65556" y="813199"/>
            <a:ext cx="8224519" cy="208800"/>
          </a:xfrm>
        </p:spPr>
        <p:txBody>
          <a:bodyPr/>
          <a:lstStyle/>
          <a:p>
            <a:r>
              <a:rPr lang="ko-KR" altLang="en-US" dirty="0"/>
              <a:t>메인</a:t>
            </a:r>
          </a:p>
        </p:txBody>
      </p:sp>
      <p:sp>
        <p:nvSpPr>
          <p:cNvPr id="15" name="텍스트 개체 틀 4">
            <a:extLst>
              <a:ext uri="{FF2B5EF4-FFF2-40B4-BE49-F238E27FC236}">
                <a16:creationId xmlns:a16="http://schemas.microsoft.com/office/drawing/2014/main" id="{B90FE1C7-1F65-909F-4C66-D0781AB96E9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65556" y="1022495"/>
            <a:ext cx="8224519" cy="208800"/>
          </a:xfrm>
        </p:spPr>
        <p:txBody>
          <a:bodyPr/>
          <a:lstStyle/>
          <a:p>
            <a:r>
              <a:rPr lang="en-US" altLang="ko-KR" dirty="0"/>
              <a:t>https://www.ksd.or.kr/ko/</a:t>
            </a:r>
            <a:endParaRPr lang="ko-KR" altLang="en-US" dirty="0"/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2C555DA1-FF6C-947E-F05D-0815C178F255}"/>
              </a:ext>
            </a:extLst>
          </p:cNvPr>
          <p:cNvGrpSpPr>
            <a:grpSpLocks noChangeAspect="1"/>
          </p:cNvGrpSpPr>
          <p:nvPr/>
        </p:nvGrpSpPr>
        <p:grpSpPr>
          <a:xfrm>
            <a:off x="6386373" y="2472888"/>
            <a:ext cx="1670330" cy="3600000"/>
            <a:chOff x="4878527" y="1401696"/>
            <a:chExt cx="1837363" cy="3960000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C2814B82-92C1-9A25-F752-26E991DEA7C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878527" y="1401696"/>
              <a:ext cx="1837363" cy="3960000"/>
            </a:xfrm>
            <a:prstGeom prst="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</p:pic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2A8C34CB-C7C0-3692-6C12-A2DE18A8FBC4}"/>
                </a:ext>
              </a:extLst>
            </p:cNvPr>
            <p:cNvSpPr/>
            <p:nvPr/>
          </p:nvSpPr>
          <p:spPr>
            <a:xfrm>
              <a:off x="4878527" y="4045731"/>
              <a:ext cx="1837363" cy="601634"/>
            </a:xfrm>
            <a:prstGeom prst="rect">
              <a:avLst/>
            </a:prstGeom>
            <a:noFill/>
            <a:ln w="2540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noAutofit/>
            </a:bodyPr>
            <a:lstStyle/>
            <a:p>
              <a:pPr algn="l" defTabSz="144000">
                <a:lnSpc>
                  <a:spcPct val="110000"/>
                </a:lnSpc>
              </a:pPr>
              <a:endParaRPr lang="ko-KR" altLang="en-US" sz="80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endParaRP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E6CFB5F7-15EA-7AEA-58B1-6019811AE58A}"/>
              </a:ext>
            </a:extLst>
          </p:cNvPr>
          <p:cNvSpPr txBox="1"/>
          <p:nvPr/>
        </p:nvSpPr>
        <p:spPr>
          <a:xfrm>
            <a:off x="5915090" y="6276097"/>
            <a:ext cx="2930289" cy="211203"/>
          </a:xfrm>
          <a:prstGeom prst="rect">
            <a:avLst/>
          </a:prstGeom>
          <a:noFill/>
        </p:spPr>
        <p:txBody>
          <a:bodyPr wrap="none" lIns="0" tIns="0" rIns="0" bIns="72000" rtlCol="0">
            <a:spAutoFit/>
          </a:bodyPr>
          <a:lstStyle/>
          <a:p>
            <a:pPr algn="l"/>
            <a:r>
              <a:rPr lang="ko-KR" altLang="en-US" sz="900" b="1" dirty="0">
                <a:highlight>
                  <a:srgbClr val="FFFF00"/>
                </a:highlight>
              </a:rPr>
              <a:t>사진으로 표시하지 않은 슬라이드 내 이미지 점검하여 개선 필요</a:t>
            </a:r>
          </a:p>
        </p:txBody>
      </p:sp>
    </p:spTree>
    <p:extLst>
      <p:ext uri="{BB962C8B-B14F-4D97-AF65-F5344CB8AC3E}">
        <p14:creationId xmlns:p14="http://schemas.microsoft.com/office/powerpoint/2010/main" val="18322635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CD70D5-9625-1D88-58D4-C2BB8A5FE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29F7B0-C977-8248-8D04-F983A7831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진단 결과 및 개선 방안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B1BC4D29-3665-83FC-71B2-F66B46B8F1D4}"/>
              </a:ext>
            </a:extLst>
          </p:cNvPr>
          <p:cNvGrpSpPr/>
          <p:nvPr/>
        </p:nvGrpSpPr>
        <p:grpSpPr>
          <a:xfrm>
            <a:off x="633100" y="4984452"/>
            <a:ext cx="4104000" cy="1505248"/>
            <a:chOff x="631825" y="4319397"/>
            <a:chExt cx="4104000" cy="1505248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EE38FF0-1C61-1617-E14E-A2CD64B008AC}"/>
                </a:ext>
              </a:extLst>
            </p:cNvPr>
            <p:cNvSpPr txBox="1"/>
            <p:nvPr/>
          </p:nvSpPr>
          <p:spPr>
            <a:xfrm>
              <a:off x="632129" y="4319397"/>
              <a:ext cx="1584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개선 방안 </a:t>
              </a: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F1B44BB8-A243-B723-B6F1-67BE80880B56}"/>
                </a:ext>
              </a:extLst>
            </p:cNvPr>
            <p:cNvSpPr/>
            <p:nvPr/>
          </p:nvSpPr>
          <p:spPr>
            <a:xfrm>
              <a:off x="631825" y="4530600"/>
              <a:ext cx="4104000" cy="1294045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&lt;a 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href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="..." target="_blank" title="</a:t>
              </a:r>
              <a:r>
                <a:rPr lang="ko-KR" altLang="en-US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새창열림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 &lt;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img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class="..." 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src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="..." 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alt="</a:t>
              </a:r>
              <a:r>
                <a:rPr lang="ko-KR" altLang="en-US" sz="800" b="1" strike="sngStrike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유튜브 </a:t>
              </a:r>
              <a:r>
                <a:rPr lang="ko-KR" altLang="en-US" sz="800" b="1" strike="sngStrike" dirty="0" err="1">
                  <a:solidFill>
                    <a:schemeClr val="accent1"/>
                  </a:solidFill>
                  <a:latin typeface="Consolas" panose="020B0609020204030204" pitchFamily="49" charset="0"/>
                </a:rPr>
                <a:t>탁대리택시토크</a:t>
              </a:r>
              <a:r>
                <a:rPr lang="ko-KR" altLang="en-US" sz="800" b="1" strike="sngStrike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 </a:t>
              </a:r>
              <a:r>
                <a:rPr lang="ko-KR" altLang="en-US" sz="800" b="1" strike="sngStrike" dirty="0" err="1">
                  <a:solidFill>
                    <a:schemeClr val="accent1"/>
                  </a:solidFill>
                  <a:latin typeface="Consolas" panose="020B0609020204030204" pitchFamily="49" charset="0"/>
                </a:rPr>
                <a:t>정보보호최고책임자편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"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&gt;...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&lt;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img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src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="/ko/images/main/icon-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youtube.svg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" 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alt="</a:t>
              </a:r>
              <a:r>
                <a:rPr lang="ko-KR" altLang="en-US" sz="800" b="1" strike="sngStrike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유튜브 로고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"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 &lt;span class="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sns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-name body-16-r-150"&gt;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Youtube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&lt;/span&gt;...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 &lt;p class="desc-title body-24-sb-150"&gt;(</a:t>
              </a:r>
              <a:r>
                <a:rPr lang="ko-KR" altLang="en-US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탁대리택시토크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) </a:t>
              </a:r>
              <a:r>
                <a:rPr lang="ko-KR" altLang="en-US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정보보호최고책임자편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&lt;/p&gt;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&lt;/a&gt;</a:t>
              </a:r>
              <a:endParaRPr lang="ko-KR" altLang="en-US" sz="8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5659FDCD-F719-CB61-3D2A-7CBFFF5B2DBA}"/>
              </a:ext>
            </a:extLst>
          </p:cNvPr>
          <p:cNvGrpSpPr/>
          <p:nvPr/>
        </p:nvGrpSpPr>
        <p:grpSpPr>
          <a:xfrm>
            <a:off x="631825" y="3309985"/>
            <a:ext cx="4104000" cy="1505248"/>
            <a:chOff x="631825" y="4319397"/>
            <a:chExt cx="4104000" cy="1505248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6A5C6BD-EBB6-1AD2-3FC6-5CCDE04458D8}"/>
                </a:ext>
              </a:extLst>
            </p:cNvPr>
            <p:cNvSpPr txBox="1"/>
            <p:nvPr/>
          </p:nvSpPr>
          <p:spPr>
            <a:xfrm>
              <a:off x="632129" y="4319397"/>
              <a:ext cx="1584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문제점</a:t>
              </a: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10539A9-4914-2832-5A43-A3820E9F6B07}"/>
                </a:ext>
              </a:extLst>
            </p:cNvPr>
            <p:cNvSpPr/>
            <p:nvPr/>
          </p:nvSpPr>
          <p:spPr>
            <a:xfrm>
              <a:off x="631825" y="4530600"/>
              <a:ext cx="4104000" cy="1294045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&lt;a 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href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="..." target="_blank" title="</a:t>
              </a:r>
              <a:r>
                <a:rPr lang="ko-KR" altLang="en-US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새창열림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 &lt;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img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class="..." 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src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="..." </a:t>
              </a:r>
              <a:r>
                <a:rPr lang="en-US" altLang="ko-KR" sz="800" b="1" dirty="0">
                  <a:solidFill>
                    <a:schemeClr val="accent5"/>
                  </a:solidFill>
                  <a:latin typeface="Consolas" panose="020B0609020204030204" pitchFamily="49" charset="0"/>
                </a:rPr>
                <a:t>alt="</a:t>
              </a:r>
              <a:r>
                <a:rPr lang="ko-KR" altLang="en-US" sz="800" b="1" dirty="0">
                  <a:solidFill>
                    <a:schemeClr val="accent5"/>
                  </a:solidFill>
                  <a:latin typeface="Consolas" panose="020B0609020204030204" pitchFamily="49" charset="0"/>
                </a:rPr>
                <a:t>유튜브 </a:t>
              </a:r>
              <a:r>
                <a:rPr lang="ko-KR" altLang="en-US" sz="800" b="1" dirty="0" err="1">
                  <a:solidFill>
                    <a:schemeClr val="accent5"/>
                  </a:solidFill>
                  <a:latin typeface="Consolas" panose="020B0609020204030204" pitchFamily="49" charset="0"/>
                </a:rPr>
                <a:t>탁대리택시토크</a:t>
              </a:r>
              <a:r>
                <a:rPr lang="ko-KR" altLang="en-US" sz="800" b="1" dirty="0">
                  <a:solidFill>
                    <a:schemeClr val="accent5"/>
                  </a:solidFill>
                  <a:latin typeface="Consolas" panose="020B0609020204030204" pitchFamily="49" charset="0"/>
                </a:rPr>
                <a:t> </a:t>
              </a:r>
              <a:r>
                <a:rPr lang="ko-KR" altLang="en-US" sz="800" b="1" dirty="0" err="1">
                  <a:solidFill>
                    <a:schemeClr val="accent5"/>
                  </a:solidFill>
                  <a:latin typeface="Consolas" panose="020B0609020204030204" pitchFamily="49" charset="0"/>
                </a:rPr>
                <a:t>정보보호최고책임자편</a:t>
              </a:r>
              <a:r>
                <a:rPr lang="en-US" altLang="ko-KR" sz="800" b="1" dirty="0">
                  <a:solidFill>
                    <a:schemeClr val="accent5"/>
                  </a:solidFill>
                  <a:latin typeface="Consolas" panose="020B0609020204030204" pitchFamily="49" charset="0"/>
                </a:rPr>
                <a:t>"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&gt;...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&lt;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img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src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="/ko/images/main/icon-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youtube.svg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" </a:t>
              </a:r>
              <a:r>
                <a:rPr lang="en-US" altLang="ko-KR" sz="800" b="1" dirty="0">
                  <a:solidFill>
                    <a:schemeClr val="accent5"/>
                  </a:solidFill>
                  <a:latin typeface="Consolas" panose="020B0609020204030204" pitchFamily="49" charset="0"/>
                </a:rPr>
                <a:t>alt="</a:t>
              </a:r>
              <a:r>
                <a:rPr lang="ko-KR" altLang="en-US" sz="800" b="1" dirty="0">
                  <a:solidFill>
                    <a:schemeClr val="accent5"/>
                  </a:solidFill>
                  <a:latin typeface="Consolas" panose="020B0609020204030204" pitchFamily="49" charset="0"/>
                </a:rPr>
                <a:t>유튜브 로고</a:t>
              </a:r>
              <a:r>
                <a:rPr lang="en-US" altLang="ko-KR" sz="800" b="1" dirty="0">
                  <a:solidFill>
                    <a:schemeClr val="accent5"/>
                  </a:solidFill>
                  <a:latin typeface="Consolas" panose="020B0609020204030204" pitchFamily="49" charset="0"/>
                </a:rPr>
                <a:t>"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 &lt;span class="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sns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-name body-16-r-150"&gt;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Youtube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&lt;/span&gt;...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 &lt;p class="desc-title body-24-sb-150"&gt;(</a:t>
              </a:r>
              <a:r>
                <a:rPr lang="ko-KR" altLang="en-US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탁대리택시토크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) </a:t>
              </a:r>
              <a:r>
                <a:rPr lang="ko-KR" altLang="en-US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정보보호최고책임자편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&lt;/p&gt;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&lt;/a&gt;</a:t>
              </a:r>
              <a:endParaRPr lang="ko-KR" altLang="en-US" sz="8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</p:grpSp>
      <p:sp>
        <p:nvSpPr>
          <p:cNvPr id="14" name="텍스트 개체 틀 2">
            <a:extLst>
              <a:ext uri="{FF2B5EF4-FFF2-40B4-BE49-F238E27FC236}">
                <a16:creationId xmlns:a16="http://schemas.microsoft.com/office/drawing/2014/main" id="{A3755F10-DF0F-FEE7-16D1-EAECB782D13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65556" y="813199"/>
            <a:ext cx="8224519" cy="208800"/>
          </a:xfrm>
        </p:spPr>
        <p:txBody>
          <a:bodyPr/>
          <a:lstStyle/>
          <a:p>
            <a:r>
              <a:rPr lang="ko-KR" altLang="en-US" dirty="0"/>
              <a:t>메인</a:t>
            </a:r>
          </a:p>
        </p:txBody>
      </p:sp>
      <p:sp>
        <p:nvSpPr>
          <p:cNvPr id="15" name="텍스트 개체 틀 4">
            <a:extLst>
              <a:ext uri="{FF2B5EF4-FFF2-40B4-BE49-F238E27FC236}">
                <a16:creationId xmlns:a16="http://schemas.microsoft.com/office/drawing/2014/main" id="{0BBDA6FF-4DE2-0141-1F6E-498ECA0AB5C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65556" y="1022495"/>
            <a:ext cx="8224519" cy="208800"/>
          </a:xfrm>
        </p:spPr>
        <p:txBody>
          <a:bodyPr/>
          <a:lstStyle/>
          <a:p>
            <a:r>
              <a:rPr lang="en-US" altLang="ko-KR" dirty="0"/>
              <a:t>https://www.ksd.or.kr/ko/</a:t>
            </a:r>
            <a:endParaRPr lang="ko-KR" altLang="en-US" dirty="0"/>
          </a:p>
        </p:txBody>
      </p:sp>
      <p:sp>
        <p:nvSpPr>
          <p:cNvPr id="21" name="텍스트 개체 틀 3">
            <a:extLst>
              <a:ext uri="{FF2B5EF4-FFF2-40B4-BE49-F238E27FC236}">
                <a16:creationId xmlns:a16="http://schemas.microsoft.com/office/drawing/2014/main" id="{682C1440-DF43-62C3-E94A-FC7EBE55229E}"/>
              </a:ext>
            </a:extLst>
          </p:cNvPr>
          <p:cNvSpPr txBox="1">
            <a:spLocks/>
          </p:cNvSpPr>
          <p:nvPr/>
        </p:nvSpPr>
        <p:spPr>
          <a:xfrm>
            <a:off x="1265556" y="1434504"/>
            <a:ext cx="6613524" cy="338400"/>
          </a:xfrm>
          <a:prstGeom prst="rect">
            <a:avLst/>
          </a:prstGeom>
        </p:spPr>
        <p:txBody>
          <a:bodyPr lIns="90000" tIns="36000" rIns="90000" bIns="36000" anchor="ctr">
            <a:noAutofit/>
          </a:bodyPr>
          <a:lstStyle>
            <a:lvl1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 err="1"/>
              <a:t>불릿이나</a:t>
            </a:r>
            <a:r>
              <a:rPr lang="ko-KR" altLang="en-US" dirty="0"/>
              <a:t> </a:t>
            </a:r>
            <a:r>
              <a:rPr lang="ko-KR" altLang="en-US" dirty="0" err="1"/>
              <a:t>배경이미지</a:t>
            </a:r>
            <a:r>
              <a:rPr lang="ko-KR" altLang="en-US" dirty="0"/>
              <a:t> 등 의미 없는 이미지에 </a:t>
            </a:r>
            <a:r>
              <a:rPr lang="en-US" altLang="ko-KR" dirty="0"/>
              <a:t>alt </a:t>
            </a:r>
            <a:r>
              <a:rPr lang="ko-KR" altLang="en-US" dirty="0"/>
              <a:t>속성을 제공하지 않거나 공백이 아닌 불필요한 대체 텍스트를 제공한 경우</a:t>
            </a:r>
          </a:p>
        </p:txBody>
      </p:sp>
      <p:sp>
        <p:nvSpPr>
          <p:cNvPr id="22" name="텍스트 개체 틀 5">
            <a:extLst>
              <a:ext uri="{FF2B5EF4-FFF2-40B4-BE49-F238E27FC236}">
                <a16:creationId xmlns:a16="http://schemas.microsoft.com/office/drawing/2014/main" id="{71BB26D1-FB5C-818F-A420-FC3091C3B74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65556" y="1225704"/>
            <a:ext cx="8224519" cy="208800"/>
          </a:xfrm>
        </p:spPr>
        <p:txBody>
          <a:bodyPr/>
          <a:lstStyle/>
          <a:p>
            <a:r>
              <a:rPr lang="en-US" altLang="ko-KR" dirty="0"/>
              <a:t>1. (</a:t>
            </a:r>
            <a:r>
              <a:rPr lang="ko-KR" altLang="en-US" dirty="0"/>
              <a:t>적절한 대체 텍스트 제공</a:t>
            </a:r>
            <a:r>
              <a:rPr lang="en-US" altLang="ko-KR" dirty="0"/>
              <a:t>) </a:t>
            </a:r>
            <a:r>
              <a:rPr lang="ko-KR" altLang="en-US" dirty="0"/>
              <a:t>텍스트 아닌 콘텐츠는 그 의미나 용도를 인식할 수 있도록 대체 텍스트를 제공해야 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3" name="텍스트 개체 틀 6">
            <a:extLst>
              <a:ext uri="{FF2B5EF4-FFF2-40B4-BE49-F238E27FC236}">
                <a16:creationId xmlns:a16="http://schemas.microsoft.com/office/drawing/2014/main" id="{1C422DC3-90FC-8E70-A8D2-D5864B94D1DE}"/>
              </a:ext>
            </a:extLst>
          </p:cNvPr>
          <p:cNvSpPr txBox="1">
            <a:spLocks/>
          </p:cNvSpPr>
          <p:nvPr/>
        </p:nvSpPr>
        <p:spPr>
          <a:xfrm>
            <a:off x="632129" y="2246825"/>
            <a:ext cx="4105275" cy="794074"/>
          </a:xfrm>
          <a:prstGeom prst="rect">
            <a:avLst/>
          </a:prstGeom>
          <a:noFill/>
        </p:spPr>
        <p:txBody>
          <a:bodyPr wrap="square" lIns="0" tIns="0" rIns="0" bIns="432000" rtlCol="0">
            <a:sp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lang="ko-KR" altLang="en-US" sz="1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ko-KR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ko-KR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ko-KR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ko-KR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장식 등 심미적 효과를 위한 이미지에는 대체 텍스트를 생략하고 공백 문자를 제공해야 함</a:t>
            </a: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3A534527-D213-E0E9-1F8F-3CB962727A0D}"/>
              </a:ext>
            </a:extLst>
          </p:cNvPr>
          <p:cNvGrpSpPr/>
          <p:nvPr/>
        </p:nvGrpSpPr>
        <p:grpSpPr>
          <a:xfrm>
            <a:off x="6299024" y="2385625"/>
            <a:ext cx="1852809" cy="3960000"/>
            <a:chOff x="6299024" y="2385625"/>
            <a:chExt cx="1852809" cy="3960000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13E54BE7-9D00-DC03-32DA-A284A153463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517"/>
            <a:stretch/>
          </p:blipFill>
          <p:spPr>
            <a:xfrm>
              <a:off x="6299024" y="2385625"/>
              <a:ext cx="1823439" cy="3960000"/>
            </a:xfrm>
            <a:prstGeom prst="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</p:pic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8E095B64-2A54-7B8F-3A7E-37A9C35A2C3E}"/>
                </a:ext>
              </a:extLst>
            </p:cNvPr>
            <p:cNvSpPr/>
            <p:nvPr/>
          </p:nvSpPr>
          <p:spPr>
            <a:xfrm>
              <a:off x="6399959" y="3697700"/>
              <a:ext cx="1483411" cy="1327061"/>
            </a:xfrm>
            <a:prstGeom prst="rect">
              <a:avLst/>
            </a:prstGeom>
            <a:noFill/>
            <a:ln w="2540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noAutofit/>
            </a:bodyPr>
            <a:lstStyle/>
            <a:p>
              <a:pPr algn="l" defTabSz="144000">
                <a:lnSpc>
                  <a:spcPct val="110000"/>
                </a:lnSpc>
              </a:pPr>
              <a:endParaRPr lang="ko-KR" altLang="en-US" sz="80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50D3946A-C5E6-62B3-EC0E-8A04390E3365}"/>
                </a:ext>
              </a:extLst>
            </p:cNvPr>
            <p:cNvSpPr/>
            <p:nvPr/>
          </p:nvSpPr>
          <p:spPr>
            <a:xfrm>
              <a:off x="6385436" y="5134340"/>
              <a:ext cx="166937" cy="166937"/>
            </a:xfrm>
            <a:prstGeom prst="rect">
              <a:avLst/>
            </a:prstGeom>
            <a:noFill/>
            <a:ln w="2540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noAutofit/>
            </a:bodyPr>
            <a:lstStyle/>
            <a:p>
              <a:pPr algn="l" defTabSz="144000">
                <a:lnSpc>
                  <a:spcPct val="110000"/>
                </a:lnSpc>
              </a:pPr>
              <a:endParaRPr lang="ko-KR" altLang="en-US" sz="80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A438118A-5BCF-BCE5-D25A-FB00F63AEBCE}"/>
                </a:ext>
              </a:extLst>
            </p:cNvPr>
            <p:cNvSpPr/>
            <p:nvPr/>
          </p:nvSpPr>
          <p:spPr>
            <a:xfrm>
              <a:off x="8006665" y="3697700"/>
              <a:ext cx="116404" cy="1327061"/>
            </a:xfrm>
            <a:prstGeom prst="rect">
              <a:avLst/>
            </a:prstGeom>
            <a:noFill/>
            <a:ln w="2540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noAutofit/>
            </a:bodyPr>
            <a:lstStyle/>
            <a:p>
              <a:pPr algn="l" defTabSz="144000">
                <a:lnSpc>
                  <a:spcPct val="110000"/>
                </a:lnSpc>
              </a:pPr>
              <a:endParaRPr lang="ko-KR" altLang="en-US" sz="80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E5B1F086-498B-72AD-3759-EDD170CCABA0}"/>
                </a:ext>
              </a:extLst>
            </p:cNvPr>
            <p:cNvSpPr/>
            <p:nvPr/>
          </p:nvSpPr>
          <p:spPr>
            <a:xfrm>
              <a:off x="7984896" y="5109187"/>
              <a:ext cx="166937" cy="166937"/>
            </a:xfrm>
            <a:prstGeom prst="rect">
              <a:avLst/>
            </a:prstGeom>
            <a:noFill/>
            <a:ln w="2540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noAutofit/>
            </a:bodyPr>
            <a:lstStyle/>
            <a:p>
              <a:pPr algn="l" defTabSz="144000">
                <a:lnSpc>
                  <a:spcPct val="110000"/>
                </a:lnSpc>
              </a:pPr>
              <a:endParaRPr lang="ko-KR" altLang="en-US" sz="80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282126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F82FFE-FAB5-C47A-A184-5CD64C760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41E882-C2C6-7D5A-FC01-F51C81455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진단 결과 및 개선 방안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0FF7098-20BE-0701-426F-FD4DCD33347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초점 또는 키보드의 위치를 나타내는 요소가 시각적으로 표시되지 않은 경우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29F9CCD-DC4A-695E-7A5B-6438C5D19F9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/>
              <a:t>11. (</a:t>
            </a:r>
            <a:r>
              <a:rPr lang="ko-KR" altLang="en-US" dirty="0"/>
              <a:t>초점 이동과 표시</a:t>
            </a:r>
            <a:r>
              <a:rPr lang="en-US" altLang="ko-KR" dirty="0"/>
              <a:t>) </a:t>
            </a:r>
            <a:r>
              <a:rPr lang="ko-KR" altLang="en-US" dirty="0"/>
              <a:t>키보드에 의한 초점은 논리적으로 이동해야 하며</a:t>
            </a:r>
            <a:r>
              <a:rPr lang="en-US" altLang="ko-KR" dirty="0"/>
              <a:t>, </a:t>
            </a:r>
            <a:r>
              <a:rPr lang="ko-KR" altLang="en-US" dirty="0"/>
              <a:t>시각적으로 구별할 수 있어야 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CC032FBD-FB38-9318-848A-59977541091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1214702"/>
          </a:xfrm>
        </p:spPr>
        <p:txBody>
          <a:bodyPr/>
          <a:lstStyle/>
          <a:p>
            <a:r>
              <a:rPr lang="ko-KR" altLang="en-US" dirty="0"/>
              <a:t>링크를 담고 있는 인접 영역과의 중첩으로 인해 초점을 시각적으로 명확하게 변별할 수 없음</a:t>
            </a:r>
            <a:endParaRPr lang="en-US" altLang="ko-KR" dirty="0"/>
          </a:p>
          <a:p>
            <a:r>
              <a:rPr lang="ko-KR" altLang="en-US" dirty="0"/>
              <a:t>링크의 </a:t>
            </a:r>
            <a:r>
              <a:rPr lang="en-US" altLang="ko-KR" dirty="0"/>
              <a:t>outline-offset </a:t>
            </a:r>
            <a:r>
              <a:rPr lang="ko-KR" altLang="en-US" dirty="0"/>
              <a:t>스타일을 </a:t>
            </a:r>
            <a:r>
              <a:rPr lang="en-US" altLang="ko-KR" dirty="0"/>
              <a:t>3px</a:t>
            </a:r>
            <a:r>
              <a:rPr lang="ko-KR" altLang="en-US" dirty="0"/>
              <a:t>으로 조정하여 키보드 초점이 시각적으로 명확하게 변별될 수 있도록 해야 함</a:t>
            </a:r>
          </a:p>
        </p:txBody>
      </p:sp>
      <p:sp>
        <p:nvSpPr>
          <p:cNvPr id="14" name="텍스트 개체 틀 2">
            <a:extLst>
              <a:ext uri="{FF2B5EF4-FFF2-40B4-BE49-F238E27FC236}">
                <a16:creationId xmlns:a16="http://schemas.microsoft.com/office/drawing/2014/main" id="{0C050640-D919-E57D-E465-ED24610F850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65556" y="813199"/>
            <a:ext cx="8224519" cy="208800"/>
          </a:xfrm>
        </p:spPr>
        <p:txBody>
          <a:bodyPr/>
          <a:lstStyle/>
          <a:p>
            <a:r>
              <a:rPr lang="ko-KR" altLang="en-US" dirty="0"/>
              <a:t>메인</a:t>
            </a:r>
          </a:p>
        </p:txBody>
      </p:sp>
      <p:sp>
        <p:nvSpPr>
          <p:cNvPr id="15" name="텍스트 개체 틀 4">
            <a:extLst>
              <a:ext uri="{FF2B5EF4-FFF2-40B4-BE49-F238E27FC236}">
                <a16:creationId xmlns:a16="http://schemas.microsoft.com/office/drawing/2014/main" id="{EDFE02D9-0DF3-BCA4-0E93-5DD2A8596E5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65556" y="1022495"/>
            <a:ext cx="8224519" cy="208800"/>
          </a:xfrm>
        </p:spPr>
        <p:txBody>
          <a:bodyPr/>
          <a:lstStyle/>
          <a:p>
            <a:r>
              <a:rPr lang="en-US" altLang="ko-KR" dirty="0"/>
              <a:t>https://www.ksd.or.kr/ko/</a:t>
            </a:r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0FC6070-85FA-6966-B640-EA2D06E8A0E0}"/>
              </a:ext>
            </a:extLst>
          </p:cNvPr>
          <p:cNvSpPr txBox="1"/>
          <p:nvPr/>
        </p:nvSpPr>
        <p:spPr>
          <a:xfrm>
            <a:off x="6014198" y="3685800"/>
            <a:ext cx="400751" cy="234286"/>
          </a:xfrm>
          <a:prstGeom prst="rect">
            <a:avLst/>
          </a:prstGeom>
          <a:noFill/>
        </p:spPr>
        <p:txBody>
          <a:bodyPr wrap="none" lIns="0" tIns="0" rIns="0" bIns="72000" rtlCol="0">
            <a:spAutoFit/>
          </a:bodyPr>
          <a:lstStyle/>
          <a:p>
            <a:pPr algn="l"/>
            <a:r>
              <a:rPr lang="ko-KR" altLang="en-US" sz="1050" dirty="0"/>
              <a:t>수정 전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B49CBBE-5A38-FE85-37D9-19EDF947A96E}"/>
              </a:ext>
            </a:extLst>
          </p:cNvPr>
          <p:cNvSpPr txBox="1"/>
          <p:nvPr/>
        </p:nvSpPr>
        <p:spPr>
          <a:xfrm>
            <a:off x="8032761" y="3685800"/>
            <a:ext cx="400751" cy="234286"/>
          </a:xfrm>
          <a:prstGeom prst="rect">
            <a:avLst/>
          </a:prstGeom>
          <a:noFill/>
        </p:spPr>
        <p:txBody>
          <a:bodyPr wrap="none" lIns="0" tIns="0" rIns="0" bIns="72000" rtlCol="0">
            <a:spAutoFit/>
          </a:bodyPr>
          <a:lstStyle/>
          <a:p>
            <a:pPr algn="l"/>
            <a:r>
              <a:rPr lang="ko-KR" altLang="en-US" sz="1050" dirty="0"/>
              <a:t>수정 후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48F85494-C767-8351-F7B1-8EAC91462F0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86" t="2" r="1730" b="2609"/>
          <a:stretch/>
        </p:blipFill>
        <p:spPr>
          <a:xfrm>
            <a:off x="7703245" y="4084095"/>
            <a:ext cx="1059782" cy="417492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A1593777-6B2C-7088-CC15-44CCC37239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855" t="3152" r="855" b="8839"/>
          <a:stretch/>
        </p:blipFill>
        <p:spPr>
          <a:xfrm>
            <a:off x="5695388" y="4084095"/>
            <a:ext cx="1038370" cy="419199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190498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051C1-30DB-D3A1-BDD7-269C40C99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BBA2D8-1BC4-3733-71E0-F351B9645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진단 결과 및 개선 방안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1EC91C0-7086-F036-6376-18ED6789E3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목적이나 용도를 알기 어려운 링크 텍스트를 제공한 경우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B3CB7BB5-84A7-ECA6-34FB-8220CBAE53B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/>
              <a:t>19. (</a:t>
            </a:r>
            <a:r>
              <a:rPr lang="ko-KR" altLang="en-US" dirty="0"/>
              <a:t>적절한 링크 텍스트</a:t>
            </a:r>
            <a:r>
              <a:rPr lang="en-US" altLang="ko-KR" dirty="0"/>
              <a:t>) </a:t>
            </a:r>
            <a:r>
              <a:rPr lang="ko-KR" altLang="en-US" dirty="0"/>
              <a:t>링크 텍스트는 용도나 목적을 이해할 수 있도록 제공해야 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8A41A2A0-68D4-6DB9-5106-E24C70E9DEF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1214702"/>
          </a:xfrm>
        </p:spPr>
        <p:txBody>
          <a:bodyPr/>
          <a:lstStyle/>
          <a:p>
            <a:r>
              <a:rPr lang="ko-KR" altLang="en-US" dirty="0"/>
              <a:t>사용자와의 상호작용에 따라 상태가 변경되는 컨트롤 요소의 상태 정보를 시각적으로만 구분함</a:t>
            </a:r>
            <a:endParaRPr lang="en-US" altLang="ko-KR" dirty="0"/>
          </a:p>
          <a:p>
            <a:r>
              <a:rPr lang="ko-KR" altLang="en-US" dirty="0"/>
              <a:t>스크린 리더가 접근할 수 있는 형태로 요소의 상태에 관한 부가 설명을 제공해야 함</a:t>
            </a:r>
          </a:p>
        </p:txBody>
      </p:sp>
      <p:sp>
        <p:nvSpPr>
          <p:cNvPr id="14" name="텍스트 개체 틀 2">
            <a:extLst>
              <a:ext uri="{FF2B5EF4-FFF2-40B4-BE49-F238E27FC236}">
                <a16:creationId xmlns:a16="http://schemas.microsoft.com/office/drawing/2014/main" id="{E985989B-5A78-6D53-6C2C-1EA50B609CE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65556" y="813199"/>
            <a:ext cx="8224519" cy="208800"/>
          </a:xfrm>
        </p:spPr>
        <p:txBody>
          <a:bodyPr/>
          <a:lstStyle/>
          <a:p>
            <a:r>
              <a:rPr lang="ko-KR" altLang="en-US" dirty="0"/>
              <a:t>메인</a:t>
            </a:r>
          </a:p>
        </p:txBody>
      </p:sp>
      <p:sp>
        <p:nvSpPr>
          <p:cNvPr id="15" name="텍스트 개체 틀 4">
            <a:extLst>
              <a:ext uri="{FF2B5EF4-FFF2-40B4-BE49-F238E27FC236}">
                <a16:creationId xmlns:a16="http://schemas.microsoft.com/office/drawing/2014/main" id="{FF76B18B-B011-93BB-32F6-D02441D67E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65556" y="1022495"/>
            <a:ext cx="8224519" cy="208800"/>
          </a:xfrm>
        </p:spPr>
        <p:txBody>
          <a:bodyPr/>
          <a:lstStyle/>
          <a:p>
            <a:r>
              <a:rPr lang="en-US" altLang="ko-KR" dirty="0"/>
              <a:t>https://www.ksd.or.kr/ko/</a:t>
            </a:r>
            <a:endParaRPr lang="ko-KR" altLang="en-US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F0987FA2-F46E-9162-066D-1296854B1DD9}"/>
              </a:ext>
            </a:extLst>
          </p:cNvPr>
          <p:cNvGrpSpPr/>
          <p:nvPr/>
        </p:nvGrpSpPr>
        <p:grpSpPr>
          <a:xfrm>
            <a:off x="631825" y="5150515"/>
            <a:ext cx="4104000" cy="963561"/>
            <a:chOff x="631825" y="4319397"/>
            <a:chExt cx="4104000" cy="96356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93D09C5-6B75-04C0-9A8B-5E88DAF6E7C3}"/>
                </a:ext>
              </a:extLst>
            </p:cNvPr>
            <p:cNvSpPr txBox="1"/>
            <p:nvPr/>
          </p:nvSpPr>
          <p:spPr>
            <a:xfrm>
              <a:off x="632129" y="4319397"/>
              <a:ext cx="1584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개선 방안 </a:t>
              </a: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682C32F5-31E4-C337-863C-E2254020EBBB}"/>
                </a:ext>
              </a:extLst>
            </p:cNvPr>
            <p:cNvSpPr/>
            <p:nvPr/>
          </p:nvSpPr>
          <p:spPr>
            <a:xfrm>
              <a:off x="631825" y="4530600"/>
              <a:ext cx="4104000" cy="752358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ul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class="slick-dots slick-dots-bottom"&gt;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 &lt;li class="slick-active"&gt;&lt;button 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title="</a:t>
              </a:r>
              <a:r>
                <a:rPr lang="ko-KR" altLang="en-US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선택됨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"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&gt;1&lt;/button&gt;&lt;/li&gt;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 &lt;li class=""&gt;&lt;button&gt;2&lt;/button&gt;&lt;/li&gt;...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&lt;/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ul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&gt;</a:t>
              </a:r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00E190FA-7365-9B43-BC4F-5CFDEB9A93C2}"/>
              </a:ext>
            </a:extLst>
          </p:cNvPr>
          <p:cNvGrpSpPr/>
          <p:nvPr/>
        </p:nvGrpSpPr>
        <p:grpSpPr>
          <a:xfrm>
            <a:off x="630246" y="3888855"/>
            <a:ext cx="4104000" cy="963561"/>
            <a:chOff x="631825" y="4319397"/>
            <a:chExt cx="4104000" cy="963561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C044C21-52FF-0F52-AF26-2A4AE57BCAC3}"/>
                </a:ext>
              </a:extLst>
            </p:cNvPr>
            <p:cNvSpPr txBox="1"/>
            <p:nvPr/>
          </p:nvSpPr>
          <p:spPr>
            <a:xfrm>
              <a:off x="632129" y="4319397"/>
              <a:ext cx="1584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문제점</a:t>
              </a: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DEA917AD-4D11-3319-1A34-D43276B6A89D}"/>
                </a:ext>
              </a:extLst>
            </p:cNvPr>
            <p:cNvSpPr/>
            <p:nvPr/>
          </p:nvSpPr>
          <p:spPr>
            <a:xfrm>
              <a:off x="631825" y="4530600"/>
              <a:ext cx="4104000" cy="752358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ul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class="slick-dots slick-dots-bottom"&gt;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 &lt;li class="slick-active"&gt;</a:t>
              </a:r>
              <a:r>
                <a:rPr lang="en-US" altLang="ko-KR" sz="800" b="1" dirty="0">
                  <a:solidFill>
                    <a:schemeClr val="accent5"/>
                  </a:solidFill>
                  <a:latin typeface="Consolas" panose="020B0609020204030204" pitchFamily="49" charset="0"/>
                </a:rPr>
                <a:t>&lt;button&gt;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1&lt;/button&gt;&lt;/li&gt;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 &lt;li class=""&gt;&lt;button&gt;2&lt;/button&gt;&lt;/li&gt;...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&lt;/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ul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&gt;</a:t>
              </a:r>
            </a:p>
          </p:txBody>
        </p:sp>
      </p:grpSp>
      <p:pic>
        <p:nvPicPr>
          <p:cNvPr id="18" name="그림 17">
            <a:extLst>
              <a:ext uri="{FF2B5EF4-FFF2-40B4-BE49-F238E27FC236}">
                <a16:creationId xmlns:a16="http://schemas.microsoft.com/office/drawing/2014/main" id="{B7FF2BD6-245A-5F27-5CD7-99B323E786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2833" y="2379412"/>
            <a:ext cx="1824706" cy="396000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7B1446B1-372E-C81A-EE3C-58E5751B346F}"/>
              </a:ext>
            </a:extLst>
          </p:cNvPr>
          <p:cNvSpPr/>
          <p:nvPr/>
        </p:nvSpPr>
        <p:spPr>
          <a:xfrm>
            <a:off x="6968971" y="4598633"/>
            <a:ext cx="470516" cy="186431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93820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5254B9-55D5-F256-726A-4808F665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그림 16">
            <a:extLst>
              <a:ext uri="{FF2B5EF4-FFF2-40B4-BE49-F238E27FC236}">
                <a16:creationId xmlns:a16="http://schemas.microsoft.com/office/drawing/2014/main" id="{5710E69D-C592-3EF2-B1E3-3744DC10A1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2833" y="2379412"/>
            <a:ext cx="1824706" cy="396000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3116B704-2335-FAB0-0A74-9F087FAAA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진단 결과 및 개선 방안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E9C1D12-987C-617C-AABC-BD4FB960AE1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초점 또는 키보드의 위치를 나타내는 요소가 시각적으로 표시되지 않은 경우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FA1C32A2-9176-0923-D65D-A2EFA2143CC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/>
              <a:t>11. (</a:t>
            </a:r>
            <a:r>
              <a:rPr lang="ko-KR" altLang="en-US" dirty="0"/>
              <a:t>초점 이동과 표시</a:t>
            </a:r>
            <a:r>
              <a:rPr lang="en-US" altLang="ko-KR" dirty="0"/>
              <a:t>) </a:t>
            </a:r>
            <a:r>
              <a:rPr lang="ko-KR" altLang="en-US" dirty="0"/>
              <a:t>키보드에 의한 초점은 논리적으로 이동해야 하며</a:t>
            </a:r>
            <a:r>
              <a:rPr lang="en-US" altLang="ko-KR" dirty="0"/>
              <a:t>, </a:t>
            </a:r>
            <a:r>
              <a:rPr lang="ko-KR" altLang="en-US" dirty="0"/>
              <a:t>시각적으로 구별할 수 있어야 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8A1BBBF0-9395-6374-90B4-33D7119CCF9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1635330"/>
          </a:xfrm>
        </p:spPr>
        <p:txBody>
          <a:bodyPr/>
          <a:lstStyle/>
          <a:p>
            <a:r>
              <a:rPr lang="en-US" altLang="ko-KR" dirty="0"/>
              <a:t>&lt;a&gt; </a:t>
            </a:r>
            <a:r>
              <a:rPr lang="ko-KR" altLang="en-US" dirty="0"/>
              <a:t>요소</a:t>
            </a:r>
            <a:r>
              <a:rPr lang="en-US" altLang="ko-KR" dirty="0"/>
              <a:t> </a:t>
            </a:r>
            <a:r>
              <a:rPr lang="ko-KR" altLang="en-US" dirty="0"/>
              <a:t>내부에 있는 이미지가 초점을 가려 시각적으로 초점을 확인할 수 없음</a:t>
            </a:r>
            <a:endParaRPr lang="en-US" altLang="ko-KR" dirty="0"/>
          </a:p>
          <a:p>
            <a:r>
              <a:rPr lang="en-US" altLang="ko-KR" dirty="0"/>
              <a:t>&lt;a&gt; </a:t>
            </a:r>
            <a:r>
              <a:rPr lang="ko-KR" altLang="en-US" dirty="0"/>
              <a:t>요소의 크기를 정확히 제공하고</a:t>
            </a:r>
            <a:r>
              <a:rPr lang="en-US" altLang="ko-KR" dirty="0"/>
              <a:t>, </a:t>
            </a:r>
            <a:r>
              <a:rPr lang="ko-KR" altLang="en-US" dirty="0"/>
              <a:t>초점이 </a:t>
            </a:r>
            <a:r>
              <a:rPr lang="en-US" altLang="ko-KR" dirty="0" err="1"/>
              <a:t>img</a:t>
            </a:r>
            <a:r>
              <a:rPr lang="ko-KR" altLang="en-US" dirty="0"/>
              <a:t>에 가리지 않게 </a:t>
            </a:r>
            <a:r>
              <a:rPr lang="en-US" altLang="ko-KR" dirty="0"/>
              <a:t>display </a:t>
            </a:r>
            <a:r>
              <a:rPr lang="ko-KR" altLang="en-US" dirty="0"/>
              <a:t>속성을 제공해야 함</a:t>
            </a:r>
            <a:endParaRPr lang="en-US" altLang="ko-KR" dirty="0"/>
          </a:p>
          <a:p>
            <a:r>
              <a:rPr lang="ko-KR" altLang="en-US" dirty="0"/>
              <a:t>활성화 된 슬라이드에만 초점이 진입할 수 있도록 </a:t>
            </a:r>
            <a:r>
              <a:rPr lang="en-US" altLang="ko-KR" dirty="0"/>
              <a:t>cloned </a:t>
            </a:r>
            <a:r>
              <a:rPr lang="ko-KR" altLang="en-US" dirty="0"/>
              <a:t>된 슬라이드에 </a:t>
            </a:r>
            <a:r>
              <a:rPr lang="en-US" altLang="ko-KR" dirty="0" err="1"/>
              <a:t>tabindex</a:t>
            </a:r>
            <a:r>
              <a:rPr lang="en-US" altLang="ko-KR" dirty="0"/>
              <a:t>="-1" </a:t>
            </a:r>
            <a:r>
              <a:rPr lang="ko-KR" altLang="en-US" dirty="0"/>
              <a:t>속성을 추가해야 함</a:t>
            </a:r>
          </a:p>
        </p:txBody>
      </p:sp>
      <p:sp>
        <p:nvSpPr>
          <p:cNvPr id="14" name="텍스트 개체 틀 2">
            <a:extLst>
              <a:ext uri="{FF2B5EF4-FFF2-40B4-BE49-F238E27FC236}">
                <a16:creationId xmlns:a16="http://schemas.microsoft.com/office/drawing/2014/main" id="{FB6B44F2-8BFF-84E3-DBF6-335C3E373A3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65556" y="813199"/>
            <a:ext cx="8224519" cy="208800"/>
          </a:xfrm>
        </p:spPr>
        <p:txBody>
          <a:bodyPr/>
          <a:lstStyle/>
          <a:p>
            <a:r>
              <a:rPr lang="ko-KR" altLang="en-US" dirty="0"/>
              <a:t>메인</a:t>
            </a:r>
          </a:p>
        </p:txBody>
      </p:sp>
      <p:sp>
        <p:nvSpPr>
          <p:cNvPr id="15" name="텍스트 개체 틀 4">
            <a:extLst>
              <a:ext uri="{FF2B5EF4-FFF2-40B4-BE49-F238E27FC236}">
                <a16:creationId xmlns:a16="http://schemas.microsoft.com/office/drawing/2014/main" id="{904B64A8-7E36-F79A-FCB4-BE3D5BC2A06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65556" y="1022495"/>
            <a:ext cx="8224519" cy="208800"/>
          </a:xfrm>
        </p:spPr>
        <p:txBody>
          <a:bodyPr/>
          <a:lstStyle/>
          <a:p>
            <a:r>
              <a:rPr lang="en-US" altLang="ko-KR" dirty="0"/>
              <a:t>https://www.ksd.or.kr/ko/</a:t>
            </a:r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C8C89F1-7C79-62B6-1B1B-07EEBB08DB31}"/>
              </a:ext>
            </a:extLst>
          </p:cNvPr>
          <p:cNvSpPr/>
          <p:nvPr/>
        </p:nvSpPr>
        <p:spPr>
          <a:xfrm>
            <a:off x="6374167" y="3902105"/>
            <a:ext cx="1642369" cy="678773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9E3ADAA0-0E88-E294-9F4B-B3B6D7FFDFAF}"/>
              </a:ext>
            </a:extLst>
          </p:cNvPr>
          <p:cNvGrpSpPr/>
          <p:nvPr/>
        </p:nvGrpSpPr>
        <p:grpSpPr>
          <a:xfrm>
            <a:off x="631825" y="4359412"/>
            <a:ext cx="4104000" cy="1640670"/>
            <a:chOff x="631825" y="4319397"/>
            <a:chExt cx="4104000" cy="1640670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AEF6E26-15B2-148E-303B-8B88D71FB9CB}"/>
                </a:ext>
              </a:extLst>
            </p:cNvPr>
            <p:cNvSpPr txBox="1"/>
            <p:nvPr/>
          </p:nvSpPr>
          <p:spPr>
            <a:xfrm>
              <a:off x="632129" y="4319397"/>
              <a:ext cx="1584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개선 방안 </a:t>
              </a: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AF1CF344-CE05-D569-E627-30A1821C3247}"/>
                </a:ext>
              </a:extLst>
            </p:cNvPr>
            <p:cNvSpPr/>
            <p:nvPr/>
          </p:nvSpPr>
          <p:spPr>
            <a:xfrm>
              <a:off x="631825" y="4530600"/>
              <a:ext cx="4104000" cy="1429467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b="1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&lt;!-- HTML --&gt;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&lt;div data-index="-1" 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tabindex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="-1" class="slick-slide slick-cloned" aria-hidden="true"&gt;...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&lt;a 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href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="http://1398.acrc.go.kr/case/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ISGAcase?menuId&amp;amp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;#61;050212" target="_blank" </a:t>
              </a:r>
              <a:r>
                <a:rPr lang="en-US" altLang="ko-KR" sz="800" b="1" dirty="0" err="1">
                  <a:solidFill>
                    <a:schemeClr val="accent1"/>
                  </a:solidFill>
                  <a:latin typeface="Consolas" panose="020B0609020204030204" pitchFamily="49" charset="0"/>
                </a:rPr>
                <a:t>tabindex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="-1" 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title="</a:t>
              </a:r>
              <a:r>
                <a:rPr lang="ko-KR" altLang="en-US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새 창 열림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" 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rel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="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noopener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noreferrer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"&gt;...&lt;/a&gt;...&lt;/div&gt;</a:t>
              </a:r>
            </a:p>
            <a:p>
              <a:pPr defTabSz="144000">
                <a:lnSpc>
                  <a:spcPct val="110000"/>
                </a:lnSpc>
              </a:pPr>
              <a:endParaRPr lang="en-US" altLang="ko-KR" sz="8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b="1" dirty="0">
                  <a:solidFill>
                    <a:schemeClr val="tx1"/>
                  </a:solidFill>
                  <a:latin typeface="Consolas" panose="020B0609020204030204" pitchFamily="49" charset="0"/>
                </a:rPr>
                <a:t>/* CSS */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.banner a {display: inline-block}</a:t>
              </a:r>
              <a:endParaRPr lang="ko-KR" altLang="en-US" sz="800" b="1" dirty="0">
                <a:solidFill>
                  <a:schemeClr val="accent1"/>
                </a:solidFill>
                <a:latin typeface="Consolas" panose="020B06090202040302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026922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D606E4-08CA-6115-77C6-9A4DF93F7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E05F8A-31CA-AAD1-3E08-80982E056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진단 결과 및 개선 방안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D4D1020-F824-E544-94C1-8523EA4FCAF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&lt;</a:t>
            </a:r>
            <a:r>
              <a:rPr lang="en-US" altLang="ko-KR" dirty="0" err="1"/>
              <a:t>img</a:t>
            </a:r>
            <a:r>
              <a:rPr lang="en-US" altLang="ko-KR" dirty="0"/>
              <a:t>&gt;,&lt;input type="image"&gt; </a:t>
            </a:r>
            <a:r>
              <a:rPr lang="ko-KR" altLang="en-US" dirty="0"/>
              <a:t>등 이미지 요소에 대해 </a:t>
            </a:r>
            <a:r>
              <a:rPr lang="en-US" altLang="ko-KR" dirty="0"/>
              <a:t>alt </a:t>
            </a:r>
            <a:r>
              <a:rPr lang="ko-KR" altLang="en-US" dirty="0"/>
              <a:t>속성을 제공하지 않거나 </a:t>
            </a:r>
            <a:r>
              <a:rPr lang="en-US" altLang="ko-KR" dirty="0"/>
              <a:t>alt</a:t>
            </a:r>
            <a:r>
              <a:rPr lang="ko-KR" altLang="en-US" dirty="0"/>
              <a:t>속성은 선언되었으나 그 내용이 </a:t>
            </a:r>
            <a:r>
              <a:rPr lang="en-US" altLang="ko-KR" dirty="0" err="1"/>
              <a:t>img</a:t>
            </a:r>
            <a:r>
              <a:rPr lang="ko-KR" altLang="en-US" dirty="0"/>
              <a:t>의 내용을 대체할 수 없는 경우 그리고 오타로 표기되어 의미가 변경된 경우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49BB42A7-294C-3CE0-C5D1-954D214812E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/>
              <a:t>1. (</a:t>
            </a:r>
            <a:r>
              <a:rPr lang="ko-KR" altLang="en-US" dirty="0"/>
              <a:t>적절한 대체 텍스트 제공</a:t>
            </a:r>
            <a:r>
              <a:rPr lang="en-US" altLang="ko-KR" dirty="0"/>
              <a:t>) </a:t>
            </a:r>
            <a:r>
              <a:rPr lang="ko-KR" altLang="en-US" dirty="0"/>
              <a:t>텍스트 아닌 콘텐츠는 그 의미나 용도를 인식할 수 있도록 대체 텍스트를 제공해야 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968F0B42-A4D3-3762-6232-ECF9BD2E28D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609408"/>
          </a:xfrm>
        </p:spPr>
        <p:txBody>
          <a:bodyPr/>
          <a:lstStyle/>
          <a:p>
            <a:r>
              <a:rPr lang="ko-KR" altLang="en-US" dirty="0"/>
              <a:t>이미지에 포함된 텍스트를 생략하지 않고 동일하게 제공해야 함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4C0ABD40-B9E2-9EA3-DA7A-093E1632CBEB}"/>
              </a:ext>
            </a:extLst>
          </p:cNvPr>
          <p:cNvGrpSpPr/>
          <p:nvPr/>
        </p:nvGrpSpPr>
        <p:grpSpPr>
          <a:xfrm>
            <a:off x="650569" y="5169652"/>
            <a:ext cx="4104000" cy="557296"/>
            <a:chOff x="631825" y="4319397"/>
            <a:chExt cx="4104000" cy="557296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AED5D26-6078-3234-6F51-4A1CB838199E}"/>
                </a:ext>
              </a:extLst>
            </p:cNvPr>
            <p:cNvSpPr txBox="1"/>
            <p:nvPr/>
          </p:nvSpPr>
          <p:spPr>
            <a:xfrm>
              <a:off x="632129" y="4319397"/>
              <a:ext cx="1584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개선 방안 </a:t>
              </a: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CBEB4DBB-4E13-1099-6D18-E062B67CEAFA}"/>
                </a:ext>
              </a:extLst>
            </p:cNvPr>
            <p:cNvSpPr/>
            <p:nvPr/>
          </p:nvSpPr>
          <p:spPr>
            <a:xfrm>
              <a:off x="631825" y="4530600"/>
              <a:ext cx="4104000" cy="346093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endParaRPr lang="en-US" altLang="ko-KR" sz="8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ADC6B587-7EF8-1870-883A-3C91E9D6A6AF}"/>
              </a:ext>
            </a:extLst>
          </p:cNvPr>
          <p:cNvGrpSpPr/>
          <p:nvPr/>
        </p:nvGrpSpPr>
        <p:grpSpPr>
          <a:xfrm>
            <a:off x="631825" y="3857164"/>
            <a:ext cx="4104000" cy="557296"/>
            <a:chOff x="631825" y="4319397"/>
            <a:chExt cx="4104000" cy="557296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A953AAA-00E3-868F-E4D8-80B3FF60ED1A}"/>
                </a:ext>
              </a:extLst>
            </p:cNvPr>
            <p:cNvSpPr txBox="1"/>
            <p:nvPr/>
          </p:nvSpPr>
          <p:spPr>
            <a:xfrm>
              <a:off x="632129" y="4319397"/>
              <a:ext cx="1584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문제점</a:t>
              </a: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2CED23EC-F370-C4EE-92DA-848A476C2124}"/>
                </a:ext>
              </a:extLst>
            </p:cNvPr>
            <p:cNvSpPr/>
            <p:nvPr/>
          </p:nvSpPr>
          <p:spPr>
            <a:xfrm>
              <a:off x="631825" y="4530600"/>
              <a:ext cx="4104000" cy="346093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img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src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="/ko/images/main/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logo_footer.svg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" </a:t>
              </a:r>
              <a:r>
                <a:rPr lang="en-US" altLang="ko-KR" sz="800" b="1" dirty="0">
                  <a:solidFill>
                    <a:schemeClr val="accent5"/>
                  </a:solidFill>
                  <a:latin typeface="Consolas" panose="020B0609020204030204" pitchFamily="49" charset="0"/>
                </a:rPr>
                <a:t>alt="</a:t>
              </a:r>
              <a:r>
                <a:rPr lang="ko-KR" altLang="en-US" sz="800" b="1" dirty="0" err="1">
                  <a:solidFill>
                    <a:schemeClr val="accent5"/>
                  </a:solidFill>
                  <a:latin typeface="Consolas" panose="020B0609020204030204" pitchFamily="49" charset="0"/>
                </a:rPr>
                <a:t>한국예탹결제원</a:t>
              </a:r>
              <a:r>
                <a:rPr lang="ko-KR" altLang="en-US" sz="800" b="1" dirty="0">
                  <a:solidFill>
                    <a:schemeClr val="accent5"/>
                  </a:solidFill>
                  <a:latin typeface="Consolas" panose="020B0609020204030204" pitchFamily="49" charset="0"/>
                </a:rPr>
                <a:t> 로고</a:t>
              </a:r>
              <a:r>
                <a:rPr lang="en-US" altLang="ko-KR" sz="800" b="1" dirty="0">
                  <a:solidFill>
                    <a:schemeClr val="accent5"/>
                  </a:solidFill>
                  <a:latin typeface="Consolas" panose="020B0609020204030204" pitchFamily="49" charset="0"/>
                </a:rPr>
                <a:t>"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&gt;</a:t>
              </a:r>
              <a:endParaRPr lang="ko-KR" altLang="en-US" sz="8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</p:grpSp>
      <p:sp>
        <p:nvSpPr>
          <p:cNvPr id="14" name="텍스트 개체 틀 2">
            <a:extLst>
              <a:ext uri="{FF2B5EF4-FFF2-40B4-BE49-F238E27FC236}">
                <a16:creationId xmlns:a16="http://schemas.microsoft.com/office/drawing/2014/main" id="{A5FCAE0D-3523-D761-C1FC-B41740007A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65556" y="813199"/>
            <a:ext cx="8224519" cy="208800"/>
          </a:xfrm>
        </p:spPr>
        <p:txBody>
          <a:bodyPr/>
          <a:lstStyle/>
          <a:p>
            <a:r>
              <a:rPr lang="ko-KR" altLang="en-US" dirty="0"/>
              <a:t>메인</a:t>
            </a:r>
          </a:p>
        </p:txBody>
      </p:sp>
      <p:sp>
        <p:nvSpPr>
          <p:cNvPr id="15" name="텍스트 개체 틀 4">
            <a:extLst>
              <a:ext uri="{FF2B5EF4-FFF2-40B4-BE49-F238E27FC236}">
                <a16:creationId xmlns:a16="http://schemas.microsoft.com/office/drawing/2014/main" id="{A8F9AC5C-4F55-A084-5C87-D208E6A0A8F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65556" y="1022495"/>
            <a:ext cx="8224519" cy="208800"/>
          </a:xfrm>
        </p:spPr>
        <p:txBody>
          <a:bodyPr/>
          <a:lstStyle/>
          <a:p>
            <a:r>
              <a:rPr lang="en-US" altLang="ko-KR" dirty="0"/>
              <a:t>https://www.ksd.or.kr/ko/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65AE65C-2E57-8F37-AF15-6B00E2879C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5115" y="3674966"/>
            <a:ext cx="1752845" cy="1381318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95652537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095902-4489-2752-02EE-C55E7E5E8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40275A16-2E27-359D-814C-4E72C7F708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3031" y="2385625"/>
            <a:ext cx="1837014" cy="396000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81665AFC-1A9D-A187-E2F9-4FBFE2EE0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진단 결과 및 개선 방안</a:t>
            </a:r>
          </a:p>
        </p:txBody>
      </p:sp>
      <p:sp>
        <p:nvSpPr>
          <p:cNvPr id="14" name="텍스트 개체 틀 2">
            <a:extLst>
              <a:ext uri="{FF2B5EF4-FFF2-40B4-BE49-F238E27FC236}">
                <a16:creationId xmlns:a16="http://schemas.microsoft.com/office/drawing/2014/main" id="{A01A038F-BB24-3CDE-50DD-45D36007B51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메인</a:t>
            </a:r>
          </a:p>
        </p:txBody>
      </p:sp>
      <p:sp>
        <p:nvSpPr>
          <p:cNvPr id="15" name="텍스트 개체 틀 4">
            <a:extLst>
              <a:ext uri="{FF2B5EF4-FFF2-40B4-BE49-F238E27FC236}">
                <a16:creationId xmlns:a16="http://schemas.microsoft.com/office/drawing/2014/main" id="{9B5B12E4-61FA-FD8F-A732-A3347CD3D07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https://www.ksd.or.kr/ko/</a:t>
            </a:r>
            <a:endParaRPr lang="ko-KR" altLang="en-US" dirty="0"/>
          </a:p>
        </p:txBody>
      </p:sp>
      <p:sp>
        <p:nvSpPr>
          <p:cNvPr id="22" name="텍스트 개체 틀 21">
            <a:extLst>
              <a:ext uri="{FF2B5EF4-FFF2-40B4-BE49-F238E27FC236}">
                <a16:creationId xmlns:a16="http://schemas.microsoft.com/office/drawing/2014/main" id="{51D30173-CF96-1324-83B4-172D020D58D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1214702"/>
          </a:xfrm>
        </p:spPr>
        <p:txBody>
          <a:bodyPr/>
          <a:lstStyle/>
          <a:p>
            <a:r>
              <a:rPr lang="ko-KR" altLang="en-US" dirty="0"/>
              <a:t>레이블만으로 목적을 충분히 이해할 수 있음에도 불구하고 </a:t>
            </a:r>
            <a:r>
              <a:rPr lang="en-US" altLang="ko-KR" dirty="0"/>
              <a:t>title </a:t>
            </a:r>
            <a:r>
              <a:rPr lang="ko-KR" altLang="en-US" dirty="0"/>
              <a:t>속성에 동일한 설명을 중복 제공함</a:t>
            </a:r>
          </a:p>
          <a:p>
            <a:r>
              <a:rPr lang="ko-KR" altLang="en-US" dirty="0"/>
              <a:t>스크린 리더 사용자가 동일한 내용을 중복 제공받지 않도록 </a:t>
            </a:r>
            <a:r>
              <a:rPr lang="en-US" altLang="ko-KR" dirty="0"/>
              <a:t>title </a:t>
            </a:r>
            <a:r>
              <a:rPr lang="ko-KR" altLang="en-US" dirty="0"/>
              <a:t>속성을 삭제할 것을 권장함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7D397D3C-1316-648B-87AB-D32553F2EE0F}"/>
              </a:ext>
            </a:extLst>
          </p:cNvPr>
          <p:cNvGrpSpPr/>
          <p:nvPr/>
        </p:nvGrpSpPr>
        <p:grpSpPr>
          <a:xfrm>
            <a:off x="650569" y="5169652"/>
            <a:ext cx="4104000" cy="963561"/>
            <a:chOff x="631825" y="4319397"/>
            <a:chExt cx="4104000" cy="963561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8B10451-B017-0307-A0DC-C493E551F4AC}"/>
                </a:ext>
              </a:extLst>
            </p:cNvPr>
            <p:cNvSpPr txBox="1"/>
            <p:nvPr/>
          </p:nvSpPr>
          <p:spPr>
            <a:xfrm>
              <a:off x="632129" y="4319397"/>
              <a:ext cx="1584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개선 방안 </a:t>
              </a: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819373AF-B171-AF63-6E63-2C8DC802019B}"/>
                </a:ext>
              </a:extLst>
            </p:cNvPr>
            <p:cNvSpPr/>
            <p:nvPr/>
          </p:nvSpPr>
          <p:spPr>
            <a:xfrm>
              <a:off x="631825" y="4530600"/>
              <a:ext cx="4104000" cy="752358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&lt;a 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href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="/ko/service-center/privacy/privacy-policy" </a:t>
              </a:r>
              <a:r>
                <a:rPr lang="en-US" altLang="ko-KR" sz="800" b="1" strike="sngStrike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title="</a:t>
              </a:r>
              <a:r>
                <a:rPr lang="ko-KR" altLang="en-US" sz="800" b="1" strike="sngStrike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개인정보처리방침페이지로 이동</a:t>
              </a:r>
              <a:r>
                <a:rPr lang="en-US" altLang="ko-KR" sz="800" b="1" strike="sngStrike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"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rel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="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noopener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noreferrer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"&gt; 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 &lt;span class="strong"&gt; </a:t>
              </a:r>
              <a:r>
                <a:rPr lang="ko-KR" altLang="en-US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개인정보처리방침 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&lt;/span&gt;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&lt;/a&gt;</a:t>
              </a:r>
              <a:endParaRPr lang="ko-KR" altLang="en-US" sz="8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1A500F87-46EF-C9A3-8B98-6A5652A52A5E}"/>
              </a:ext>
            </a:extLst>
          </p:cNvPr>
          <p:cNvGrpSpPr/>
          <p:nvPr/>
        </p:nvGrpSpPr>
        <p:grpSpPr>
          <a:xfrm>
            <a:off x="631825" y="3857164"/>
            <a:ext cx="4104000" cy="963561"/>
            <a:chOff x="631825" y="4319397"/>
            <a:chExt cx="4104000" cy="963561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BF37D43-9EA6-5849-73EA-27A3D83F1EEF}"/>
                </a:ext>
              </a:extLst>
            </p:cNvPr>
            <p:cNvSpPr txBox="1"/>
            <p:nvPr/>
          </p:nvSpPr>
          <p:spPr>
            <a:xfrm>
              <a:off x="632129" y="4319397"/>
              <a:ext cx="1584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문제점</a:t>
              </a: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14A722FC-94FD-DE39-CA4F-AF1EA2FB29C8}"/>
                </a:ext>
              </a:extLst>
            </p:cNvPr>
            <p:cNvSpPr/>
            <p:nvPr/>
          </p:nvSpPr>
          <p:spPr>
            <a:xfrm>
              <a:off x="631825" y="4530600"/>
              <a:ext cx="4104000" cy="752358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&lt;a 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href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="/ko/service-center/privacy/privacy-policy" </a:t>
              </a:r>
              <a:r>
                <a:rPr lang="en-US" altLang="ko-KR" sz="800" b="1" dirty="0">
                  <a:solidFill>
                    <a:schemeClr val="accent5"/>
                  </a:solidFill>
                  <a:latin typeface="Consolas" panose="020B0609020204030204" pitchFamily="49" charset="0"/>
                </a:rPr>
                <a:t>title="</a:t>
              </a:r>
              <a:r>
                <a:rPr lang="ko-KR" altLang="en-US" sz="800" b="1" dirty="0">
                  <a:solidFill>
                    <a:schemeClr val="accent5"/>
                  </a:solidFill>
                  <a:latin typeface="Consolas" panose="020B0609020204030204" pitchFamily="49" charset="0"/>
                </a:rPr>
                <a:t>개인정보처리방침페이지로 이동</a:t>
              </a:r>
              <a:r>
                <a:rPr lang="en-US" altLang="ko-KR" sz="800" b="1" dirty="0">
                  <a:solidFill>
                    <a:schemeClr val="accent5"/>
                  </a:solidFill>
                  <a:latin typeface="Consolas" panose="020B0609020204030204" pitchFamily="49" charset="0"/>
                </a:rPr>
                <a:t>"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rel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="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noopener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noreferrer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"&gt; 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 &lt;span class="strong"&gt; </a:t>
              </a:r>
              <a:r>
                <a:rPr lang="ko-KR" altLang="en-US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개인정보처리방침 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&lt;/span&gt;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&lt;/a&gt;</a:t>
              </a:r>
              <a:endParaRPr lang="ko-KR" altLang="en-US" sz="8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</p:grp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5B8C25B7-A3BA-12C9-7F32-6540CD11B173}"/>
              </a:ext>
            </a:extLst>
          </p:cNvPr>
          <p:cNvSpPr/>
          <p:nvPr/>
        </p:nvSpPr>
        <p:spPr>
          <a:xfrm>
            <a:off x="6303031" y="4273855"/>
            <a:ext cx="1811159" cy="697639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31" name="텍스트 개체 틀 3">
            <a:extLst>
              <a:ext uri="{FF2B5EF4-FFF2-40B4-BE49-F238E27FC236}">
                <a16:creationId xmlns:a16="http://schemas.microsoft.com/office/drawing/2014/main" id="{020DA9C4-5066-51F2-AE33-FF701C4959A3}"/>
              </a:ext>
            </a:extLst>
          </p:cNvPr>
          <p:cNvSpPr txBox="1">
            <a:spLocks/>
          </p:cNvSpPr>
          <p:nvPr/>
        </p:nvSpPr>
        <p:spPr>
          <a:xfrm>
            <a:off x="1265556" y="1434504"/>
            <a:ext cx="6613524" cy="338400"/>
          </a:xfrm>
          <a:prstGeom prst="rect">
            <a:avLst/>
          </a:prstGeom>
        </p:spPr>
        <p:txBody>
          <a:bodyPr lIns="90000" tIns="36000" rIns="90000" bIns="36000" anchor="ctr">
            <a:noAutofit/>
          </a:bodyPr>
          <a:lstStyle>
            <a:lvl1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/>
              <a:t>목적이나 용도를 알기 어려운 링크 텍스트를 제공한 경우</a:t>
            </a:r>
            <a:endParaRPr lang="ko-KR" altLang="en-US" dirty="0"/>
          </a:p>
        </p:txBody>
      </p:sp>
      <p:sp>
        <p:nvSpPr>
          <p:cNvPr id="32" name="텍스트 개체 틀 5">
            <a:extLst>
              <a:ext uri="{FF2B5EF4-FFF2-40B4-BE49-F238E27FC236}">
                <a16:creationId xmlns:a16="http://schemas.microsoft.com/office/drawing/2014/main" id="{AD02DEE9-DA62-40A5-956F-73FACDD2BB0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65556" y="1225704"/>
            <a:ext cx="8224519" cy="208800"/>
          </a:xfrm>
        </p:spPr>
        <p:txBody>
          <a:bodyPr/>
          <a:lstStyle/>
          <a:p>
            <a:r>
              <a:rPr lang="en-US" altLang="ko-KR" dirty="0"/>
              <a:t>19. (</a:t>
            </a:r>
            <a:r>
              <a:rPr lang="ko-KR" altLang="en-US" dirty="0"/>
              <a:t>적절한 링크 텍스트</a:t>
            </a:r>
            <a:r>
              <a:rPr lang="en-US" altLang="ko-KR" dirty="0"/>
              <a:t>) </a:t>
            </a:r>
            <a:r>
              <a:rPr lang="ko-KR" altLang="en-US" dirty="0"/>
              <a:t>링크 텍스트는 용도나 목적을 이해할 수 있도록 제공해야 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3023031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7A01D0-1503-2543-7B8B-1ED9D8C0C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6A7A01-7136-2AAF-3260-719C5C64C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진단 결과 및 개선 방안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508E298F-B50A-D1F1-9BD5-EBFFF275398D}"/>
              </a:ext>
            </a:extLst>
          </p:cNvPr>
          <p:cNvGrpSpPr/>
          <p:nvPr/>
        </p:nvGrpSpPr>
        <p:grpSpPr>
          <a:xfrm>
            <a:off x="650873" y="4940633"/>
            <a:ext cx="4104000" cy="1505248"/>
            <a:chOff x="631825" y="4319397"/>
            <a:chExt cx="4104000" cy="1505248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DA2CDC5-5AB1-2B20-4F13-39644B167AC4}"/>
                </a:ext>
              </a:extLst>
            </p:cNvPr>
            <p:cNvSpPr txBox="1"/>
            <p:nvPr/>
          </p:nvSpPr>
          <p:spPr>
            <a:xfrm>
              <a:off x="632129" y="4319397"/>
              <a:ext cx="1584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개선 방안 </a:t>
              </a: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6E4C68A3-EF50-BCAB-2745-16E15C3911E9}"/>
                </a:ext>
              </a:extLst>
            </p:cNvPr>
            <p:cNvSpPr/>
            <p:nvPr/>
          </p:nvSpPr>
          <p:spPr>
            <a:xfrm>
              <a:off x="631825" y="4530600"/>
              <a:ext cx="4104000" cy="1294045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img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class="icon" 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src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="/ko/images/main/icon_arrow_c1c1c1.svg" 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alt="</a:t>
              </a:r>
              <a:r>
                <a:rPr lang="ko-KR" altLang="en-US" sz="800" b="1" strike="sngStrike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화살표 아이콘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"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...</a:t>
              </a:r>
              <a:b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</a:b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&lt;a class="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sns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-link-item" 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href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="http://www.ksdpr.or.kr/" target="_blank" 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title="</a:t>
              </a:r>
              <a:r>
                <a:rPr lang="ko-KR" altLang="en-US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새 창으로 </a:t>
              </a:r>
              <a:r>
                <a:rPr lang="ko-KR" altLang="en-US" sz="800" b="1" strike="sngStrike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웹진 열기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"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rel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="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noopener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noreferrer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 &lt;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img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src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="/ko/images/main/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icon_sns_webzine.svg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" 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alt="</a:t>
              </a:r>
              <a:r>
                <a:rPr lang="ko-KR" altLang="en-US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한국예탁원 웹진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"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&lt;/a&gt;</a:t>
              </a:r>
              <a:endParaRPr lang="ko-KR" altLang="en-US" sz="8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C9F29B12-6C98-CBC5-DCA5-830935BF4B18}"/>
              </a:ext>
            </a:extLst>
          </p:cNvPr>
          <p:cNvGrpSpPr/>
          <p:nvPr/>
        </p:nvGrpSpPr>
        <p:grpSpPr>
          <a:xfrm>
            <a:off x="650873" y="3225295"/>
            <a:ext cx="4104000" cy="1369826"/>
            <a:chOff x="631825" y="4319397"/>
            <a:chExt cx="4104000" cy="1369826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C86F787-98CF-3DFE-6260-B77F378877A1}"/>
                </a:ext>
              </a:extLst>
            </p:cNvPr>
            <p:cNvSpPr txBox="1"/>
            <p:nvPr/>
          </p:nvSpPr>
          <p:spPr>
            <a:xfrm>
              <a:off x="632129" y="4319397"/>
              <a:ext cx="1584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문제점</a:t>
              </a: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0B9A3C08-99CB-0883-5DA1-06CC4E27E307}"/>
                </a:ext>
              </a:extLst>
            </p:cNvPr>
            <p:cNvSpPr/>
            <p:nvPr/>
          </p:nvSpPr>
          <p:spPr>
            <a:xfrm>
              <a:off x="631825" y="4530600"/>
              <a:ext cx="4104000" cy="1158623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img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class="icon" 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src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="/ko/images/main/icon_arrow_c1c1c1.svg" </a:t>
              </a:r>
              <a:r>
                <a:rPr lang="en-US" altLang="ko-KR" sz="800" b="1" dirty="0">
                  <a:solidFill>
                    <a:schemeClr val="accent5"/>
                  </a:solidFill>
                  <a:latin typeface="Consolas" panose="020B0609020204030204" pitchFamily="49" charset="0"/>
                </a:rPr>
                <a:t>alt="</a:t>
              </a:r>
              <a:r>
                <a:rPr lang="ko-KR" altLang="en-US" sz="800" b="1" dirty="0">
                  <a:solidFill>
                    <a:schemeClr val="accent5"/>
                  </a:solidFill>
                  <a:latin typeface="Consolas" panose="020B0609020204030204" pitchFamily="49" charset="0"/>
                </a:rPr>
                <a:t>화살표 아이콘</a:t>
              </a:r>
              <a:r>
                <a:rPr lang="en-US" altLang="ko-KR" sz="800" b="1" dirty="0">
                  <a:solidFill>
                    <a:schemeClr val="accent5"/>
                  </a:solidFill>
                  <a:latin typeface="Consolas" panose="020B0609020204030204" pitchFamily="49" charset="0"/>
                </a:rPr>
                <a:t>"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...</a:t>
              </a:r>
              <a:b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</a:b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&lt;a class="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sns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-link-item" 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href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="http://www.ksdpr.or.kr/" target="_blank" title="</a:t>
              </a:r>
              <a:r>
                <a:rPr lang="ko-KR" altLang="en-US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새 창으로 웹진 열기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" 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rel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="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noopener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noreferrer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 &lt;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img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src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="/ko/images/main/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icon_sns_webzine.svg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" </a:t>
              </a:r>
              <a:r>
                <a:rPr lang="en-US" altLang="ko-KR" sz="800" b="1" dirty="0">
                  <a:solidFill>
                    <a:schemeClr val="accent5"/>
                  </a:solidFill>
                  <a:latin typeface="Consolas" panose="020B0609020204030204" pitchFamily="49" charset="0"/>
                </a:rPr>
                <a:t>alt="</a:t>
              </a:r>
              <a:r>
                <a:rPr lang="ko-KR" altLang="en-US" sz="800" b="1" dirty="0">
                  <a:solidFill>
                    <a:schemeClr val="accent5"/>
                  </a:solidFill>
                  <a:latin typeface="Consolas" panose="020B0609020204030204" pitchFamily="49" charset="0"/>
                </a:rPr>
                <a:t>웹진 로고</a:t>
              </a:r>
              <a:r>
                <a:rPr lang="en-US" altLang="ko-KR" sz="800" b="1" dirty="0">
                  <a:solidFill>
                    <a:schemeClr val="accent5"/>
                  </a:solidFill>
                  <a:latin typeface="Consolas" panose="020B0609020204030204" pitchFamily="49" charset="0"/>
                </a:rPr>
                <a:t>"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&lt;/a&gt;</a:t>
              </a:r>
              <a:endParaRPr lang="ko-KR" altLang="en-US" sz="8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</p:grpSp>
      <p:sp>
        <p:nvSpPr>
          <p:cNvPr id="14" name="텍스트 개체 틀 2">
            <a:extLst>
              <a:ext uri="{FF2B5EF4-FFF2-40B4-BE49-F238E27FC236}">
                <a16:creationId xmlns:a16="http://schemas.microsoft.com/office/drawing/2014/main" id="{39C15295-D263-5C9F-789D-1AE430526E8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65556" y="813199"/>
            <a:ext cx="8224519" cy="208800"/>
          </a:xfrm>
        </p:spPr>
        <p:txBody>
          <a:bodyPr/>
          <a:lstStyle/>
          <a:p>
            <a:r>
              <a:rPr lang="ko-KR" altLang="en-US" dirty="0"/>
              <a:t>메인</a:t>
            </a:r>
          </a:p>
        </p:txBody>
      </p:sp>
      <p:sp>
        <p:nvSpPr>
          <p:cNvPr id="15" name="텍스트 개체 틀 4">
            <a:extLst>
              <a:ext uri="{FF2B5EF4-FFF2-40B4-BE49-F238E27FC236}">
                <a16:creationId xmlns:a16="http://schemas.microsoft.com/office/drawing/2014/main" id="{BDF7532B-F2E0-4651-DA97-AD185E35393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65556" y="1022495"/>
            <a:ext cx="8224519" cy="208800"/>
          </a:xfrm>
        </p:spPr>
        <p:txBody>
          <a:bodyPr/>
          <a:lstStyle/>
          <a:p>
            <a:r>
              <a:rPr lang="en-US" altLang="ko-KR" dirty="0"/>
              <a:t>https://www.ksd.or.kr/ko/</a:t>
            </a:r>
            <a:endParaRPr lang="ko-KR" altLang="en-US" dirty="0"/>
          </a:p>
        </p:txBody>
      </p:sp>
      <p:sp>
        <p:nvSpPr>
          <p:cNvPr id="19" name="텍스트 개체 틀 3">
            <a:extLst>
              <a:ext uri="{FF2B5EF4-FFF2-40B4-BE49-F238E27FC236}">
                <a16:creationId xmlns:a16="http://schemas.microsoft.com/office/drawing/2014/main" id="{E7F61F7D-2229-29BA-5733-AC102A99C2C3}"/>
              </a:ext>
            </a:extLst>
          </p:cNvPr>
          <p:cNvSpPr txBox="1">
            <a:spLocks/>
          </p:cNvSpPr>
          <p:nvPr/>
        </p:nvSpPr>
        <p:spPr>
          <a:xfrm>
            <a:off x="1265556" y="1434504"/>
            <a:ext cx="6613524" cy="338400"/>
          </a:xfrm>
          <a:prstGeom prst="rect">
            <a:avLst/>
          </a:prstGeom>
        </p:spPr>
        <p:txBody>
          <a:bodyPr lIns="90000" tIns="36000" rIns="90000" bIns="36000" anchor="ctr">
            <a:noAutofit/>
          </a:bodyPr>
          <a:lstStyle>
            <a:lvl1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/>
              <a:t>불릿이나 배경이미지 등 의미 없는 이미지에 </a:t>
            </a:r>
            <a:r>
              <a:rPr lang="en-US" altLang="ko-KR"/>
              <a:t>alt </a:t>
            </a:r>
            <a:r>
              <a:rPr lang="ko-KR" altLang="en-US"/>
              <a:t>속성을 제공하지 않거나 공백이 아닌 불필요한 대체 텍스트를 제공한 경우</a:t>
            </a:r>
            <a:endParaRPr lang="ko-KR" altLang="en-US" dirty="0"/>
          </a:p>
        </p:txBody>
      </p:sp>
      <p:sp>
        <p:nvSpPr>
          <p:cNvPr id="20" name="텍스트 개체 틀 5">
            <a:extLst>
              <a:ext uri="{FF2B5EF4-FFF2-40B4-BE49-F238E27FC236}">
                <a16:creationId xmlns:a16="http://schemas.microsoft.com/office/drawing/2014/main" id="{7F22790F-A69C-6FB2-A69E-BFECED7D1C8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65556" y="1225704"/>
            <a:ext cx="8224519" cy="208800"/>
          </a:xfrm>
        </p:spPr>
        <p:txBody>
          <a:bodyPr/>
          <a:lstStyle/>
          <a:p>
            <a:r>
              <a:rPr lang="en-US" altLang="ko-KR" dirty="0"/>
              <a:t>1. (</a:t>
            </a:r>
            <a:r>
              <a:rPr lang="ko-KR" altLang="en-US" dirty="0"/>
              <a:t>적절한 대체 텍스트 제공</a:t>
            </a:r>
            <a:r>
              <a:rPr lang="en-US" altLang="ko-KR" dirty="0"/>
              <a:t>) </a:t>
            </a:r>
            <a:r>
              <a:rPr lang="ko-KR" altLang="en-US" dirty="0"/>
              <a:t>텍스트 아닌 콘텐츠는 그 의미나 용도를 인식할 수 있도록 대체 텍스트를 제공해야 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1" name="텍스트 개체 틀 6">
            <a:extLst>
              <a:ext uri="{FF2B5EF4-FFF2-40B4-BE49-F238E27FC236}">
                <a16:creationId xmlns:a16="http://schemas.microsoft.com/office/drawing/2014/main" id="{1BCB2F3D-0681-C46A-1A61-B8B1318241A2}"/>
              </a:ext>
            </a:extLst>
          </p:cNvPr>
          <p:cNvSpPr txBox="1">
            <a:spLocks/>
          </p:cNvSpPr>
          <p:nvPr/>
        </p:nvSpPr>
        <p:spPr>
          <a:xfrm>
            <a:off x="632129" y="2246825"/>
            <a:ext cx="4105275" cy="794074"/>
          </a:xfrm>
          <a:prstGeom prst="rect">
            <a:avLst/>
          </a:prstGeom>
          <a:noFill/>
        </p:spPr>
        <p:txBody>
          <a:bodyPr wrap="square" lIns="0" tIns="0" rIns="0" bIns="432000" rtlCol="0">
            <a:sp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lang="ko-KR" altLang="en-US" sz="1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ko-KR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ko-KR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ko-KR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ko-KR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장식 등 심미적 효과를 위한 이미지에는 대체 텍스트를 생략하고 공백 문자를 제공해야 함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9E7C6E9-ECEF-775A-CF3F-32E33BA445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3031" y="2385625"/>
            <a:ext cx="1837014" cy="396000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5F7204F2-5F5E-2661-2C34-CF4B78B2BF82}"/>
              </a:ext>
            </a:extLst>
          </p:cNvPr>
          <p:cNvSpPr/>
          <p:nvPr/>
        </p:nvSpPr>
        <p:spPr>
          <a:xfrm>
            <a:off x="6924583" y="5637321"/>
            <a:ext cx="144000" cy="144000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060B680-6D33-EE28-1542-4CDF5DE8CE67}"/>
              </a:ext>
            </a:extLst>
          </p:cNvPr>
          <p:cNvSpPr/>
          <p:nvPr/>
        </p:nvSpPr>
        <p:spPr>
          <a:xfrm>
            <a:off x="7716175" y="5638800"/>
            <a:ext cx="144000" cy="144000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B4EAC75-4E6A-4E78-4E3C-B004ACA05787}"/>
              </a:ext>
            </a:extLst>
          </p:cNvPr>
          <p:cNvSpPr/>
          <p:nvPr/>
        </p:nvSpPr>
        <p:spPr>
          <a:xfrm>
            <a:off x="6360003" y="5898892"/>
            <a:ext cx="715500" cy="235578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954080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763AC-E9EC-BFAF-49CC-3A8CBECCB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7C337C-10A8-FCED-0C87-21389DE3D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진단 결과 및 개선 방안</a:t>
            </a:r>
          </a:p>
        </p:txBody>
      </p:sp>
      <p:sp>
        <p:nvSpPr>
          <p:cNvPr id="14" name="텍스트 개체 틀 2">
            <a:extLst>
              <a:ext uri="{FF2B5EF4-FFF2-40B4-BE49-F238E27FC236}">
                <a16:creationId xmlns:a16="http://schemas.microsoft.com/office/drawing/2014/main" id="{88494D57-85AA-B50D-07E8-100E8636C17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메인</a:t>
            </a:r>
          </a:p>
        </p:txBody>
      </p:sp>
      <p:sp>
        <p:nvSpPr>
          <p:cNvPr id="15" name="텍스트 개체 틀 4">
            <a:extLst>
              <a:ext uri="{FF2B5EF4-FFF2-40B4-BE49-F238E27FC236}">
                <a16:creationId xmlns:a16="http://schemas.microsoft.com/office/drawing/2014/main" id="{04AE8020-61F7-C2E3-2AAA-4FA6645E09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https://www.ksd.or.kr/ko/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61DAA09F-5081-84C1-E8F0-90D609741C1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/>
              <a:t>19. (</a:t>
            </a:r>
            <a:r>
              <a:rPr lang="ko-KR" altLang="en-US" dirty="0"/>
              <a:t>적절한 링크 텍스트</a:t>
            </a:r>
            <a:r>
              <a:rPr lang="en-US" altLang="ko-KR" dirty="0"/>
              <a:t>) </a:t>
            </a:r>
            <a:r>
              <a:rPr lang="ko-KR" altLang="en-US" dirty="0"/>
              <a:t>링크 텍스트는 용도나 목적을 이해할 수 있도록 제공해야 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29C5659-CD88-FFBC-F43D-1A491C4BA45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목적이나 용도를 알기 어려운 링크 텍스트를 제공한 경우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02A5AA6A-5873-1407-3E6E-DC4DE75EEF5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4"/>
            <a:ext cx="4105275" cy="1146843"/>
          </a:xfrm>
        </p:spPr>
        <p:txBody>
          <a:bodyPr/>
          <a:lstStyle/>
          <a:p>
            <a:r>
              <a:rPr lang="ko-KR" altLang="en-US" dirty="0"/>
              <a:t>레이블만으로 목적을 충분히 이해할 수 있음에도 불구하고 </a:t>
            </a:r>
            <a:r>
              <a:rPr lang="en-US" altLang="ko-KR" dirty="0"/>
              <a:t>title </a:t>
            </a:r>
            <a:r>
              <a:rPr lang="ko-KR" altLang="en-US" dirty="0"/>
              <a:t>속성에 동일한 설명을 중복 제공함</a:t>
            </a:r>
          </a:p>
          <a:p>
            <a:r>
              <a:rPr lang="ko-KR" altLang="en-US" dirty="0"/>
              <a:t>스크린 리더 사용자가 동일한 내용을 중복 제공받지 않도록 </a:t>
            </a:r>
            <a:r>
              <a:rPr lang="en-US" altLang="ko-KR" dirty="0"/>
              <a:t>title </a:t>
            </a:r>
            <a:r>
              <a:rPr lang="ko-KR" altLang="en-US" dirty="0"/>
              <a:t>속성을 삭제할 것을 권장함</a:t>
            </a:r>
          </a:p>
          <a:p>
            <a:endParaRPr lang="ko-KR" altLang="en-US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771CB701-5878-E706-3384-FFF700D51311}"/>
              </a:ext>
            </a:extLst>
          </p:cNvPr>
          <p:cNvGrpSpPr/>
          <p:nvPr/>
        </p:nvGrpSpPr>
        <p:grpSpPr>
          <a:xfrm>
            <a:off x="633404" y="5324900"/>
            <a:ext cx="4104000" cy="693744"/>
            <a:chOff x="631825" y="4319397"/>
            <a:chExt cx="4104000" cy="693744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A93F373-00A0-A9AC-AE62-06B6FA00CFD1}"/>
                </a:ext>
              </a:extLst>
            </p:cNvPr>
            <p:cNvSpPr txBox="1"/>
            <p:nvPr/>
          </p:nvSpPr>
          <p:spPr>
            <a:xfrm>
              <a:off x="632129" y="4319397"/>
              <a:ext cx="1584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개선 방안 </a:t>
              </a: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B5F61C8D-3FDB-27FA-2B2F-B6A7CC3395E9}"/>
                </a:ext>
              </a:extLst>
            </p:cNvPr>
            <p:cNvSpPr/>
            <p:nvPr/>
          </p:nvSpPr>
          <p:spPr>
            <a:xfrm>
              <a:off x="631825" y="4530600"/>
              <a:ext cx="4104000" cy="482541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&lt;a 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href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="http://www.seibro.or.kr" target="_blank" 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rel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="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noopener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noreferrer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" 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title="</a:t>
              </a:r>
              <a:r>
                <a:rPr lang="ko-KR" altLang="en-US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새 창으로 </a:t>
              </a:r>
              <a:r>
                <a:rPr lang="ko-KR" altLang="en-US" sz="800" b="1" strike="sngStrike" dirty="0" err="1">
                  <a:solidFill>
                    <a:schemeClr val="accent1"/>
                  </a:solidFill>
                  <a:latin typeface="Consolas" panose="020B0609020204030204" pitchFamily="49" charset="0"/>
                </a:rPr>
                <a:t>증권정보포털</a:t>
              </a:r>
              <a:r>
                <a:rPr lang="ko-KR" altLang="en-US" sz="800" b="1" strike="sngStrike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 열기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"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&gt;</a:t>
              </a:r>
              <a:r>
                <a:rPr lang="ko-KR" altLang="en-US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증권정보포털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&lt;/a&gt;</a:t>
              </a:r>
              <a:endParaRPr lang="ko-KR" altLang="en-US" sz="8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CF20D7B6-E8DD-8B71-96AD-C886ED6B75BD}"/>
              </a:ext>
            </a:extLst>
          </p:cNvPr>
          <p:cNvGrpSpPr/>
          <p:nvPr/>
        </p:nvGrpSpPr>
        <p:grpSpPr>
          <a:xfrm>
            <a:off x="614660" y="4012412"/>
            <a:ext cx="4104000" cy="693744"/>
            <a:chOff x="631825" y="4319397"/>
            <a:chExt cx="4104000" cy="693744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15359DC-A508-5E06-F37F-CDE486EA2CD6}"/>
                </a:ext>
              </a:extLst>
            </p:cNvPr>
            <p:cNvSpPr txBox="1"/>
            <p:nvPr/>
          </p:nvSpPr>
          <p:spPr>
            <a:xfrm>
              <a:off x="632129" y="4319397"/>
              <a:ext cx="1584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문제점</a:t>
              </a: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771410B3-0001-EE4F-B3E9-71B4149A99AB}"/>
                </a:ext>
              </a:extLst>
            </p:cNvPr>
            <p:cNvSpPr/>
            <p:nvPr/>
          </p:nvSpPr>
          <p:spPr>
            <a:xfrm>
              <a:off x="631825" y="4530600"/>
              <a:ext cx="4104000" cy="482541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&lt;a 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href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="http://www.seibro.or.kr" target="_blank" 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rel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="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noopener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noreferrer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" </a:t>
              </a:r>
              <a:r>
                <a:rPr lang="en-US" altLang="ko-KR" sz="800" b="1" dirty="0">
                  <a:solidFill>
                    <a:schemeClr val="accent5"/>
                  </a:solidFill>
                  <a:latin typeface="Consolas" panose="020B0609020204030204" pitchFamily="49" charset="0"/>
                </a:rPr>
                <a:t>title="</a:t>
              </a:r>
              <a:r>
                <a:rPr lang="ko-KR" altLang="en-US" sz="800" b="1" dirty="0">
                  <a:solidFill>
                    <a:schemeClr val="accent5"/>
                  </a:solidFill>
                  <a:latin typeface="Consolas" panose="020B0609020204030204" pitchFamily="49" charset="0"/>
                </a:rPr>
                <a:t>새 창으로 </a:t>
              </a:r>
              <a:r>
                <a:rPr lang="ko-KR" altLang="en-US" sz="800" b="1" dirty="0" err="1">
                  <a:solidFill>
                    <a:schemeClr val="accent5"/>
                  </a:solidFill>
                  <a:latin typeface="Consolas" panose="020B0609020204030204" pitchFamily="49" charset="0"/>
                </a:rPr>
                <a:t>증권정보포털</a:t>
              </a:r>
              <a:r>
                <a:rPr lang="ko-KR" altLang="en-US" sz="800" b="1" dirty="0">
                  <a:solidFill>
                    <a:schemeClr val="accent5"/>
                  </a:solidFill>
                  <a:latin typeface="Consolas" panose="020B0609020204030204" pitchFamily="49" charset="0"/>
                </a:rPr>
                <a:t> 열기</a:t>
              </a:r>
              <a:r>
                <a:rPr lang="en-US" altLang="ko-KR" sz="800" b="1" dirty="0">
                  <a:solidFill>
                    <a:schemeClr val="accent5"/>
                  </a:solidFill>
                  <a:latin typeface="Consolas" panose="020B0609020204030204" pitchFamily="49" charset="0"/>
                </a:rPr>
                <a:t>"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&gt;</a:t>
              </a:r>
              <a:r>
                <a:rPr lang="ko-KR" altLang="en-US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증권정보포털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&lt;/a&gt;</a:t>
              </a:r>
              <a:endParaRPr lang="ko-KR" altLang="en-US" sz="8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</p:grpSp>
      <p:pic>
        <p:nvPicPr>
          <p:cNvPr id="16" name="그림 15">
            <a:extLst>
              <a:ext uri="{FF2B5EF4-FFF2-40B4-BE49-F238E27FC236}">
                <a16:creationId xmlns:a16="http://schemas.microsoft.com/office/drawing/2014/main" id="{111D9766-6FD3-E941-5C25-F03B9CBEADF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920"/>
          <a:stretch/>
        </p:blipFill>
        <p:spPr>
          <a:xfrm>
            <a:off x="5151434" y="3155781"/>
            <a:ext cx="1923622" cy="2419688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A1C22842-DFAA-5A35-739F-0AEBBFFFFD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542" r="8327"/>
          <a:stretch/>
        </p:blipFill>
        <p:spPr>
          <a:xfrm>
            <a:off x="7306255" y="3155780"/>
            <a:ext cx="1902400" cy="2419689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1" name="직사각형 20">
            <a:extLst>
              <a:ext uri="{FF2B5EF4-FFF2-40B4-BE49-F238E27FC236}">
                <a16:creationId xmlns:a16="http://schemas.microsoft.com/office/drawing/2014/main" id="{FE8DB54E-BD8D-3F8A-ABC3-6900302E8055}"/>
              </a:ext>
            </a:extLst>
          </p:cNvPr>
          <p:cNvSpPr/>
          <p:nvPr/>
        </p:nvSpPr>
        <p:spPr>
          <a:xfrm>
            <a:off x="5347855" y="3429000"/>
            <a:ext cx="1410855" cy="1410855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490A813-FABA-FE4F-BA9E-720EAD5C39D8}"/>
              </a:ext>
            </a:extLst>
          </p:cNvPr>
          <p:cNvSpPr/>
          <p:nvPr/>
        </p:nvSpPr>
        <p:spPr>
          <a:xfrm>
            <a:off x="7467600" y="3396673"/>
            <a:ext cx="1410855" cy="1410855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579012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1C54CF6D-D48E-4896-AAC0-AD83561D2272}"/>
              </a:ext>
            </a:extLst>
          </p:cNvPr>
          <p:cNvSpPr txBox="1"/>
          <p:nvPr/>
        </p:nvSpPr>
        <p:spPr>
          <a:xfrm>
            <a:off x="3462849" y="2705725"/>
            <a:ext cx="298030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800">
                <a:solidFill>
                  <a:schemeClr val="bg1">
                    <a:lumMod val="65000"/>
                  </a:schemeClr>
                </a:solidFill>
              </a:rPr>
              <a:t>E.O.D</a:t>
            </a:r>
            <a:endParaRPr lang="ko-KR" altLang="en-US" sz="880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1017164"/>
      </p:ext>
    </p:extLst>
  </p:cSld>
  <p:clrMapOvr>
    <a:masterClrMapping/>
  </p:clrMapOvr>
</p:sld>
</file>

<file path=ppt/theme/theme1.xml><?xml version="1.0" encoding="utf-8"?>
<a:theme xmlns:a="http://schemas.openxmlformats.org/drawingml/2006/main" name="웹 접근성 컨설팅_part2">
  <a:themeElements>
    <a:clrScheme name="SNC LAB">
      <a:dk1>
        <a:srgbClr val="000000"/>
      </a:dk1>
      <a:lt1>
        <a:srgbClr val="FFFFFF"/>
      </a:lt1>
      <a:dk2>
        <a:srgbClr val="003764"/>
      </a:dk2>
      <a:lt2>
        <a:srgbClr val="F2F2F2"/>
      </a:lt2>
      <a:accent1>
        <a:srgbClr val="0061B0"/>
      </a:accent1>
      <a:accent2>
        <a:srgbClr val="00B0F0"/>
      </a:accent2>
      <a:accent3>
        <a:srgbClr val="F37321"/>
      </a:accent3>
      <a:accent4>
        <a:srgbClr val="B06B00"/>
      </a:accent4>
      <a:accent5>
        <a:srgbClr val="D83933"/>
      </a:accent5>
      <a:accent6>
        <a:srgbClr val="067067"/>
      </a:accent6>
      <a:hlink>
        <a:srgbClr val="000080"/>
      </a:hlink>
      <a:folHlink>
        <a:srgbClr val="954F72"/>
      </a:folHlink>
    </a:clrScheme>
    <a:fontScheme name="Spoqa Han Sans Neo">
      <a:majorFont>
        <a:latin typeface="Spoqa Han Sans Neo Bold"/>
        <a:ea typeface="Spoqa Han Sans Neo Bold"/>
        <a:cs typeface=""/>
      </a:majorFont>
      <a:minorFont>
        <a:latin typeface="Spoqa Han Sans Neo Regular"/>
        <a:ea typeface="Spoqa Han Sans Neo Regular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5400">
          <a:solidFill>
            <a:schemeClr val="accent5"/>
          </a:solidFill>
        </a:ln>
      </a:spPr>
      <a:bodyPr wrap="square" lIns="144000" tIns="108000" rIns="144000" bIns="108000" rtlCol="0" anchor="t">
        <a:noAutofit/>
      </a:bodyPr>
      <a:lstStyle>
        <a:defPPr algn="l" defTabSz="144000">
          <a:lnSpc>
            <a:spcPct val="110000"/>
          </a:lnSpc>
          <a:defRPr sz="800">
            <a:solidFill>
              <a:schemeClr val="tx1">
                <a:lumMod val="95000"/>
                <a:lumOff val="5000"/>
              </a:schemeClr>
            </a:solidFill>
            <a:latin typeface="Consolas" panose="020B0609020204030204" pitchFamily="49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>
          <a:solidFill>
            <a:schemeClr val="accent5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72000" rtlCol="0">
        <a:spAutoFit/>
      </a:bodyPr>
      <a:lstStyle>
        <a:defPPr algn="l">
          <a:defRPr sz="9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679</TotalTime>
  <Words>4650</Words>
  <Application>Microsoft Office PowerPoint</Application>
  <PresentationFormat>A4 용지(210x297mm)</PresentationFormat>
  <Paragraphs>490</Paragraphs>
  <Slides>34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34</vt:i4>
      </vt:variant>
    </vt:vector>
  </HeadingPairs>
  <TitlesOfParts>
    <vt:vector size="39" baseType="lpstr">
      <vt:lpstr>Spoqa Han Sans Neo Regular</vt:lpstr>
      <vt:lpstr>Arial</vt:lpstr>
      <vt:lpstr>Consolas</vt:lpstr>
      <vt:lpstr>맑은 고딕</vt:lpstr>
      <vt:lpstr>웹 접근성 컨설팅_part2</vt:lpstr>
      <vt:lpstr>PowerPoint 프레젠테이션</vt:lpstr>
      <vt:lpstr>PowerPoint 프레젠테이션</vt:lpstr>
      <vt:lpstr>PowerPoint 프레젠테이션</vt:lpstr>
      <vt:lpstr>1. 진단 개요</vt:lpstr>
      <vt:lpstr>2. 진단 기준</vt:lpstr>
      <vt:lpstr>2. 진단 기준</vt:lpstr>
      <vt:lpstr>3. 진단 방법</vt:lpstr>
      <vt:lpstr>PowerPoint 프레젠테이션</vt:lpstr>
      <vt:lpstr>1. 진단 결과 및 개선 방안</vt:lpstr>
      <vt:lpstr>1. 진단 결과 및 개선 방안</vt:lpstr>
      <vt:lpstr>1. 진단 결과 및 개선 방안</vt:lpstr>
      <vt:lpstr>1. 진단 결과 및 개선 방안</vt:lpstr>
      <vt:lpstr>1. 진단 결과 및 개선 방안</vt:lpstr>
      <vt:lpstr>1. 진단 결과 및 개선 방안</vt:lpstr>
      <vt:lpstr>1. 진단 결과 및 개선 방안</vt:lpstr>
      <vt:lpstr>1. 진단 결과 및 개선 방안</vt:lpstr>
      <vt:lpstr>1. 진단 결과 및 개선 방안</vt:lpstr>
      <vt:lpstr>1. 진단 결과 및 개선 방안</vt:lpstr>
      <vt:lpstr>1. 진단 결과 및 개선 방안</vt:lpstr>
      <vt:lpstr>1. 진단 결과 및 개선 방안</vt:lpstr>
      <vt:lpstr>1. 진단 결과 및 개선 방안</vt:lpstr>
      <vt:lpstr>1. 진단 결과 및 개선 방안</vt:lpstr>
      <vt:lpstr>1. 진단 결과 및 개선 방안</vt:lpstr>
      <vt:lpstr>1. 진단 결과 및 개선 방안</vt:lpstr>
      <vt:lpstr>1. 진단 결과 및 개선 방안</vt:lpstr>
      <vt:lpstr>1. 진단 결과 및 개선 방안</vt:lpstr>
      <vt:lpstr>1. 진단 결과 및 개선 방안</vt:lpstr>
      <vt:lpstr>1. 진단 결과 및 개선 방안</vt:lpstr>
      <vt:lpstr>1. 진단 결과 및 개선 방안</vt:lpstr>
      <vt:lpstr>1. 진단 결과 및 개선 방안</vt:lpstr>
      <vt:lpstr>1. 진단 결과 및 개선 방안</vt:lpstr>
      <vt:lpstr>1. 진단 결과 및 개선 방안</vt:lpstr>
      <vt:lpstr>1. 진단 결과 및 개선 방안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Kim Giyeon</dc:creator>
  <cp:lastModifiedBy>박수범</cp:lastModifiedBy>
  <cp:revision>1</cp:revision>
  <cp:lastPrinted>2021-01-31T23:42:00Z</cp:lastPrinted>
  <dcterms:created xsi:type="dcterms:W3CDTF">2020-06-17T00:04:22Z</dcterms:created>
  <dcterms:modified xsi:type="dcterms:W3CDTF">2025-05-07T00:06:21Z</dcterms:modified>
</cp:coreProperties>
</file>